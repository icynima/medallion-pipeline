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8" r:id="rId4"/>
    <p:sldId id="259" r:id="rId5"/>
    <p:sldId id="295" r:id="rId6"/>
    <p:sldId id="318" r:id="rId7"/>
    <p:sldId id="260" r:id="rId8"/>
    <p:sldId id="319" r:id="rId9"/>
    <p:sldId id="320" r:id="rId10"/>
    <p:sldId id="296" r:id="rId11"/>
    <p:sldId id="321" r:id="rId12"/>
    <p:sldId id="261" r:id="rId13"/>
    <p:sldId id="262" r:id="rId14"/>
    <p:sldId id="263" r:id="rId15"/>
    <p:sldId id="264" r:id="rId16"/>
    <p:sldId id="297" r:id="rId17"/>
    <p:sldId id="265" r:id="rId18"/>
    <p:sldId id="298" r:id="rId19"/>
    <p:sldId id="266" r:id="rId20"/>
    <p:sldId id="267" r:id="rId21"/>
    <p:sldId id="299" r:id="rId22"/>
    <p:sldId id="268" r:id="rId23"/>
    <p:sldId id="269" r:id="rId24"/>
    <p:sldId id="300" r:id="rId25"/>
    <p:sldId id="270" r:id="rId26"/>
    <p:sldId id="301" r:id="rId27"/>
    <p:sldId id="322" r:id="rId28"/>
    <p:sldId id="271" r:id="rId29"/>
    <p:sldId id="302" r:id="rId30"/>
    <p:sldId id="272" r:id="rId31"/>
    <p:sldId id="303" r:id="rId32"/>
    <p:sldId id="273" r:id="rId33"/>
    <p:sldId id="274" r:id="rId34"/>
    <p:sldId id="304" r:id="rId35"/>
    <p:sldId id="275" r:id="rId36"/>
    <p:sldId id="276" r:id="rId37"/>
    <p:sldId id="305" r:id="rId38"/>
    <p:sldId id="277" r:id="rId39"/>
    <p:sldId id="306" r:id="rId40"/>
    <p:sldId id="278" r:id="rId41"/>
    <p:sldId id="307" r:id="rId42"/>
    <p:sldId id="279" r:id="rId43"/>
    <p:sldId id="280" r:id="rId44"/>
    <p:sldId id="308" r:id="rId45"/>
    <p:sldId id="281" r:id="rId46"/>
    <p:sldId id="309" r:id="rId47"/>
    <p:sldId id="282" r:id="rId48"/>
    <p:sldId id="310" r:id="rId49"/>
    <p:sldId id="312" r:id="rId50"/>
    <p:sldId id="284" r:id="rId51"/>
    <p:sldId id="285" r:id="rId52"/>
    <p:sldId id="286" r:id="rId53"/>
    <p:sldId id="288" r:id="rId54"/>
    <p:sldId id="313" r:id="rId55"/>
    <p:sldId id="289" r:id="rId56"/>
    <p:sldId id="314" r:id="rId57"/>
    <p:sldId id="290" r:id="rId58"/>
    <p:sldId id="315" r:id="rId59"/>
    <p:sldId id="291" r:id="rId60"/>
    <p:sldId id="316" r:id="rId61"/>
    <p:sldId id="292" r:id="rId62"/>
    <p:sldId id="317" r:id="rId63"/>
    <p:sldId id="294" r:id="rId6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07B759-9673-4A29-A8F1-3CD1BEFDBC48}" v="42" dt="2026-06-03T19:10:07.3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idzohar Morbiwala" userId="f81cb7ee-5d40-432c-afb4-7a45cdcbf1f0" providerId="ADAL" clId="{18C95B19-C288-47ED-99FD-F2B82B1F8389}"/>
    <pc:docChg chg="undo custSel mod addSld delSld modSld modMainMaster">
      <pc:chgData name="Quidzohar Morbiwala" userId="f81cb7ee-5d40-432c-afb4-7a45cdcbf1f0" providerId="ADAL" clId="{18C95B19-C288-47ED-99FD-F2B82B1F8389}" dt="2026-06-03T19:13:38.743" v="260" actId="47"/>
      <pc:docMkLst>
        <pc:docMk/>
      </pc:docMkLst>
      <pc:sldChg chg="modSp mod">
        <pc:chgData name="Quidzohar Morbiwala" userId="f81cb7ee-5d40-432c-afb4-7a45cdcbf1f0" providerId="ADAL" clId="{18C95B19-C288-47ED-99FD-F2B82B1F8389}" dt="2026-06-03T18:23:24.541" v="36" actId="14100"/>
        <pc:sldMkLst>
          <pc:docMk/>
          <pc:sldMk cId="0" sldId="259"/>
        </pc:sldMkLst>
        <pc:picChg chg="mod">
          <ac:chgData name="Quidzohar Morbiwala" userId="f81cb7ee-5d40-432c-afb4-7a45cdcbf1f0" providerId="ADAL" clId="{18C95B19-C288-47ED-99FD-F2B82B1F8389}" dt="2026-06-03T18:23:24.541" v="36" actId="14100"/>
          <ac:picMkLst>
            <pc:docMk/>
            <pc:sldMk cId="0" sldId="259"/>
            <ac:picMk id="51" creationId="{00000000-0000-0000-0000-000000000000}"/>
          </ac:picMkLst>
        </pc:picChg>
      </pc:sldChg>
      <pc:sldChg chg="addSp delSp modSp mod">
        <pc:chgData name="Quidzohar Morbiwala" userId="f81cb7ee-5d40-432c-afb4-7a45cdcbf1f0" providerId="ADAL" clId="{18C95B19-C288-47ED-99FD-F2B82B1F8389}" dt="2026-06-03T18:26:18.072" v="41" actId="21"/>
        <pc:sldMkLst>
          <pc:docMk/>
          <pc:sldMk cId="0" sldId="260"/>
        </pc:sldMkLst>
        <pc:spChg chg="add">
          <ac:chgData name="Quidzohar Morbiwala" userId="f81cb7ee-5d40-432c-afb4-7a45cdcbf1f0" providerId="ADAL" clId="{18C95B19-C288-47ED-99FD-F2B82B1F8389}" dt="2026-06-03T18:25:13.350" v="37"/>
          <ac:spMkLst>
            <pc:docMk/>
            <pc:sldMk cId="0" sldId="260"/>
            <ac:spMk id="2" creationId="{8FE53F54-94A7-D055-9A5E-E36B0051AF55}"/>
          </ac:spMkLst>
        </pc:spChg>
        <pc:spChg chg="add">
          <ac:chgData name="Quidzohar Morbiwala" userId="f81cb7ee-5d40-432c-afb4-7a45cdcbf1f0" providerId="ADAL" clId="{18C95B19-C288-47ED-99FD-F2B82B1F8389}" dt="2026-06-03T18:25:24.240" v="38"/>
          <ac:spMkLst>
            <pc:docMk/>
            <pc:sldMk cId="0" sldId="260"/>
            <ac:spMk id="3" creationId="{80ACB2AF-C796-9418-6E96-0CEC054547A9}"/>
          </ac:spMkLst>
        </pc:spChg>
        <pc:spChg chg="add">
          <ac:chgData name="Quidzohar Morbiwala" userId="f81cb7ee-5d40-432c-afb4-7a45cdcbf1f0" providerId="ADAL" clId="{18C95B19-C288-47ED-99FD-F2B82B1F8389}" dt="2026-06-03T18:25:38.040" v="39"/>
          <ac:spMkLst>
            <pc:docMk/>
            <pc:sldMk cId="0" sldId="260"/>
            <ac:spMk id="4" creationId="{02DC439C-6AA6-3364-6A7D-9E95AB823316}"/>
          </ac:spMkLst>
        </pc:spChg>
        <pc:picChg chg="add del mod">
          <ac:chgData name="Quidzohar Morbiwala" userId="f81cb7ee-5d40-432c-afb4-7a45cdcbf1f0" providerId="ADAL" clId="{18C95B19-C288-47ED-99FD-F2B82B1F8389}" dt="2026-06-03T18:26:18.072" v="41" actId="21"/>
          <ac:picMkLst>
            <pc:docMk/>
            <pc:sldMk cId="0" sldId="260"/>
            <ac:picMk id="6" creationId="{4B831635-2B5C-C676-5915-838A96F33223}"/>
          </ac:picMkLst>
        </pc:picChg>
        <pc:picChg chg="del">
          <ac:chgData name="Quidzohar Morbiwala" userId="f81cb7ee-5d40-432c-afb4-7a45cdcbf1f0" providerId="ADAL" clId="{18C95B19-C288-47ED-99FD-F2B82B1F8389}" dt="2026-06-03T18:19:26.063" v="6" actId="478"/>
          <ac:picMkLst>
            <pc:docMk/>
            <pc:sldMk cId="0" sldId="260"/>
            <ac:picMk id="58" creationId="{00000000-0000-0000-0000-000000000000}"/>
          </ac:picMkLst>
        </pc:picChg>
      </pc:sldChg>
      <pc:sldChg chg="delSp mod">
        <pc:chgData name="Quidzohar Morbiwala" userId="f81cb7ee-5d40-432c-afb4-7a45cdcbf1f0" providerId="ADAL" clId="{18C95B19-C288-47ED-99FD-F2B82B1F8389}" dt="2026-06-03T18:42:58.771" v="162" actId="478"/>
        <pc:sldMkLst>
          <pc:docMk/>
          <pc:sldMk cId="0" sldId="263"/>
        </pc:sldMkLst>
        <pc:picChg chg="del">
          <ac:chgData name="Quidzohar Morbiwala" userId="f81cb7ee-5d40-432c-afb4-7a45cdcbf1f0" providerId="ADAL" clId="{18C95B19-C288-47ED-99FD-F2B82B1F8389}" dt="2026-06-03T18:42:58.771" v="162" actId="478"/>
          <ac:picMkLst>
            <pc:docMk/>
            <pc:sldMk cId="0" sldId="263"/>
            <ac:picMk id="99" creationId="{00000000-0000-0000-0000-000000000000}"/>
          </ac:picMkLst>
        </pc:picChg>
      </pc:sldChg>
      <pc:sldChg chg="modSp add del mod">
        <pc:chgData name="Quidzohar Morbiwala" userId="f81cb7ee-5d40-432c-afb4-7a45cdcbf1f0" providerId="ADAL" clId="{18C95B19-C288-47ED-99FD-F2B82B1F8389}" dt="2026-06-03T18:44:33.267" v="195" actId="20577"/>
        <pc:sldMkLst>
          <pc:docMk/>
          <pc:sldMk cId="0" sldId="264"/>
        </pc:sldMkLst>
        <pc:spChg chg="mod">
          <ac:chgData name="Quidzohar Morbiwala" userId="f81cb7ee-5d40-432c-afb4-7a45cdcbf1f0" providerId="ADAL" clId="{18C95B19-C288-47ED-99FD-F2B82B1F8389}" dt="2026-06-03T18:44:33.267" v="195" actId="20577"/>
          <ac:spMkLst>
            <pc:docMk/>
            <pc:sldMk cId="0" sldId="264"/>
            <ac:spMk id="99" creationId="{00000000-0000-0000-0000-000000000000}"/>
          </ac:spMkLst>
        </pc:spChg>
      </pc:sldChg>
      <pc:sldChg chg="delSp modSp mod">
        <pc:chgData name="Quidzohar Morbiwala" userId="f81cb7ee-5d40-432c-afb4-7a45cdcbf1f0" providerId="ADAL" clId="{18C95B19-C288-47ED-99FD-F2B82B1F8389}" dt="2026-06-03T18:44:59.083" v="197" actId="478"/>
        <pc:sldMkLst>
          <pc:docMk/>
          <pc:sldMk cId="0" sldId="267"/>
        </pc:sldMkLst>
        <pc:picChg chg="del mod">
          <ac:chgData name="Quidzohar Morbiwala" userId="f81cb7ee-5d40-432c-afb4-7a45cdcbf1f0" providerId="ADAL" clId="{18C95B19-C288-47ED-99FD-F2B82B1F8389}" dt="2026-06-03T18:44:59.083" v="197" actId="478"/>
          <ac:picMkLst>
            <pc:docMk/>
            <pc:sldMk cId="0" sldId="267"/>
            <ac:picMk id="144" creationId="{00000000-0000-0000-0000-000000000000}"/>
          </ac:picMkLst>
        </pc:picChg>
      </pc:sldChg>
      <pc:sldChg chg="modSp mod">
        <pc:chgData name="Quidzohar Morbiwala" userId="f81cb7ee-5d40-432c-afb4-7a45cdcbf1f0" providerId="ADAL" clId="{18C95B19-C288-47ED-99FD-F2B82B1F8389}" dt="2026-06-03T15:59:21.667" v="0" actId="14100"/>
        <pc:sldMkLst>
          <pc:docMk/>
          <pc:sldMk cId="0" sldId="271"/>
        </pc:sldMkLst>
        <pc:spChg chg="mod">
          <ac:chgData name="Quidzohar Morbiwala" userId="f81cb7ee-5d40-432c-afb4-7a45cdcbf1f0" providerId="ADAL" clId="{18C95B19-C288-47ED-99FD-F2B82B1F8389}" dt="2026-06-03T15:59:21.667" v="0" actId="14100"/>
          <ac:spMkLst>
            <pc:docMk/>
            <pc:sldMk cId="0" sldId="271"/>
            <ac:spMk id="157" creationId="{00000000-0000-0000-0000-000000000000}"/>
          </ac:spMkLst>
        </pc:spChg>
      </pc:sldChg>
      <pc:sldChg chg="modSp mod">
        <pc:chgData name="Quidzohar Morbiwala" userId="f81cb7ee-5d40-432c-afb4-7a45cdcbf1f0" providerId="ADAL" clId="{18C95B19-C288-47ED-99FD-F2B82B1F8389}" dt="2026-06-03T19:01:07.298" v="214" actId="20577"/>
        <pc:sldMkLst>
          <pc:docMk/>
          <pc:sldMk cId="0" sldId="272"/>
        </pc:sldMkLst>
        <pc:spChg chg="mod">
          <ac:chgData name="Quidzohar Morbiwala" userId="f81cb7ee-5d40-432c-afb4-7a45cdcbf1f0" providerId="ADAL" clId="{18C95B19-C288-47ED-99FD-F2B82B1F8389}" dt="2026-06-03T19:01:07.298" v="214" actId="20577"/>
          <ac:spMkLst>
            <pc:docMk/>
            <pc:sldMk cId="0" sldId="272"/>
            <ac:spMk id="160" creationId="{00000000-0000-0000-0000-000000000000}"/>
          </ac:spMkLst>
        </pc:spChg>
      </pc:sldChg>
      <pc:sldChg chg="delSp modSp mod">
        <pc:chgData name="Quidzohar Morbiwala" userId="f81cb7ee-5d40-432c-afb4-7a45cdcbf1f0" providerId="ADAL" clId="{18C95B19-C288-47ED-99FD-F2B82B1F8389}" dt="2026-06-03T18:48:17.563" v="208" actId="478"/>
        <pc:sldMkLst>
          <pc:docMk/>
          <pc:sldMk cId="0" sldId="276"/>
        </pc:sldMkLst>
        <pc:spChg chg="mod">
          <ac:chgData name="Quidzohar Morbiwala" userId="f81cb7ee-5d40-432c-afb4-7a45cdcbf1f0" providerId="ADAL" clId="{18C95B19-C288-47ED-99FD-F2B82B1F8389}" dt="2026-06-03T18:48:05.834" v="207" actId="255"/>
          <ac:spMkLst>
            <pc:docMk/>
            <pc:sldMk cId="0" sldId="276"/>
            <ac:spMk id="187" creationId="{00000000-0000-0000-0000-000000000000}"/>
          </ac:spMkLst>
        </pc:spChg>
        <pc:picChg chg="del mod">
          <ac:chgData name="Quidzohar Morbiwala" userId="f81cb7ee-5d40-432c-afb4-7a45cdcbf1f0" providerId="ADAL" clId="{18C95B19-C288-47ED-99FD-F2B82B1F8389}" dt="2026-06-03T18:48:17.563" v="208" actId="478"/>
          <ac:picMkLst>
            <pc:docMk/>
            <pc:sldMk cId="0" sldId="276"/>
            <ac:picMk id="189" creationId="{00000000-0000-0000-0000-000000000000}"/>
          </ac:picMkLst>
        </pc:picChg>
      </pc:sldChg>
      <pc:sldChg chg="modSp mod">
        <pc:chgData name="Quidzohar Morbiwala" userId="f81cb7ee-5d40-432c-afb4-7a45cdcbf1f0" providerId="ADAL" clId="{18C95B19-C288-47ED-99FD-F2B82B1F8389}" dt="2026-06-03T18:22:14.794" v="35" actId="313"/>
        <pc:sldMkLst>
          <pc:docMk/>
          <pc:sldMk cId="0" sldId="277"/>
        </pc:sldMkLst>
        <pc:spChg chg="mod">
          <ac:chgData name="Quidzohar Morbiwala" userId="f81cb7ee-5d40-432c-afb4-7a45cdcbf1f0" providerId="ADAL" clId="{18C95B19-C288-47ED-99FD-F2B82B1F8389}" dt="2026-06-03T18:22:14.794" v="35" actId="313"/>
          <ac:spMkLst>
            <pc:docMk/>
            <pc:sldMk cId="0" sldId="277"/>
            <ac:spMk id="189" creationId="{00000000-0000-0000-0000-000000000000}"/>
          </ac:spMkLst>
        </pc:spChg>
      </pc:sldChg>
      <pc:sldChg chg="delSp modSp mod">
        <pc:chgData name="Quidzohar Morbiwala" userId="f81cb7ee-5d40-432c-afb4-7a45cdcbf1f0" providerId="ADAL" clId="{18C95B19-C288-47ED-99FD-F2B82B1F8389}" dt="2026-06-03T19:12:33.760" v="258" actId="255"/>
        <pc:sldMkLst>
          <pc:docMk/>
          <pc:sldMk cId="0" sldId="282"/>
        </pc:sldMkLst>
        <pc:spChg chg="mod">
          <ac:chgData name="Quidzohar Morbiwala" userId="f81cb7ee-5d40-432c-afb4-7a45cdcbf1f0" providerId="ADAL" clId="{18C95B19-C288-47ED-99FD-F2B82B1F8389}" dt="2026-06-03T19:12:33.760" v="258" actId="255"/>
          <ac:spMkLst>
            <pc:docMk/>
            <pc:sldMk cId="0" sldId="282"/>
            <ac:spMk id="220" creationId="{00000000-0000-0000-0000-000000000000}"/>
          </ac:spMkLst>
        </pc:spChg>
        <pc:picChg chg="del">
          <ac:chgData name="Quidzohar Morbiwala" userId="f81cb7ee-5d40-432c-afb4-7a45cdcbf1f0" providerId="ADAL" clId="{18C95B19-C288-47ED-99FD-F2B82B1F8389}" dt="2026-06-03T19:12:19.021" v="257" actId="478"/>
          <ac:picMkLst>
            <pc:docMk/>
            <pc:sldMk cId="0" sldId="282"/>
            <ac:picMk id="222" creationId="{00000000-0000-0000-0000-000000000000}"/>
          </ac:picMkLst>
        </pc:picChg>
      </pc:sldChg>
      <pc:sldChg chg="del">
        <pc:chgData name="Quidzohar Morbiwala" userId="f81cb7ee-5d40-432c-afb4-7a45cdcbf1f0" providerId="ADAL" clId="{18C95B19-C288-47ED-99FD-F2B82B1F8389}" dt="2026-06-03T19:13:37.305" v="259" actId="47"/>
        <pc:sldMkLst>
          <pc:docMk/>
          <pc:sldMk cId="0" sldId="283"/>
        </pc:sldMkLst>
      </pc:sldChg>
      <pc:sldChg chg="modSp mod">
        <pc:chgData name="Quidzohar Morbiwala" userId="f81cb7ee-5d40-432c-afb4-7a45cdcbf1f0" providerId="ADAL" clId="{18C95B19-C288-47ED-99FD-F2B82B1F8389}" dt="2026-06-03T19:07:45.846" v="227"/>
        <pc:sldMkLst>
          <pc:docMk/>
          <pc:sldMk cId="0" sldId="292"/>
        </pc:sldMkLst>
        <pc:spChg chg="mod">
          <ac:chgData name="Quidzohar Morbiwala" userId="f81cb7ee-5d40-432c-afb4-7a45cdcbf1f0" providerId="ADAL" clId="{18C95B19-C288-47ED-99FD-F2B82B1F8389}" dt="2026-06-03T19:06:53.780" v="221"/>
          <ac:spMkLst>
            <pc:docMk/>
            <pc:sldMk cId="0" sldId="292"/>
            <ac:spMk id="274" creationId="{00000000-0000-0000-0000-000000000000}"/>
          </ac:spMkLst>
        </pc:spChg>
        <pc:spChg chg="mod">
          <ac:chgData name="Quidzohar Morbiwala" userId="f81cb7ee-5d40-432c-afb4-7a45cdcbf1f0" providerId="ADAL" clId="{18C95B19-C288-47ED-99FD-F2B82B1F8389}" dt="2026-06-03T19:07:06.198" v="223"/>
          <ac:spMkLst>
            <pc:docMk/>
            <pc:sldMk cId="0" sldId="292"/>
            <ac:spMk id="275" creationId="{00000000-0000-0000-0000-000000000000}"/>
          </ac:spMkLst>
        </pc:spChg>
        <pc:spChg chg="mod">
          <ac:chgData name="Quidzohar Morbiwala" userId="f81cb7ee-5d40-432c-afb4-7a45cdcbf1f0" providerId="ADAL" clId="{18C95B19-C288-47ED-99FD-F2B82B1F8389}" dt="2026-06-03T19:07:19.949" v="225"/>
          <ac:spMkLst>
            <pc:docMk/>
            <pc:sldMk cId="0" sldId="292"/>
            <ac:spMk id="276" creationId="{00000000-0000-0000-0000-000000000000}"/>
          </ac:spMkLst>
        </pc:spChg>
        <pc:spChg chg="mod">
          <ac:chgData name="Quidzohar Morbiwala" userId="f81cb7ee-5d40-432c-afb4-7a45cdcbf1f0" providerId="ADAL" clId="{18C95B19-C288-47ED-99FD-F2B82B1F8389}" dt="2026-06-03T19:07:45.846" v="227"/>
          <ac:spMkLst>
            <pc:docMk/>
            <pc:sldMk cId="0" sldId="292"/>
            <ac:spMk id="278" creationId="{00000000-0000-0000-0000-000000000000}"/>
          </ac:spMkLst>
        </pc:spChg>
      </pc:sldChg>
      <pc:sldChg chg="delSp mod">
        <pc:chgData name="Quidzohar Morbiwala" userId="f81cb7ee-5d40-432c-afb4-7a45cdcbf1f0" providerId="ADAL" clId="{18C95B19-C288-47ED-99FD-F2B82B1F8389}" dt="2026-06-03T18:19:07.553" v="5" actId="478"/>
        <pc:sldMkLst>
          <pc:docMk/>
          <pc:sldMk cId="0" sldId="295"/>
        </pc:sldMkLst>
        <pc:picChg chg="del">
          <ac:chgData name="Quidzohar Morbiwala" userId="f81cb7ee-5d40-432c-afb4-7a45cdcbf1f0" providerId="ADAL" clId="{18C95B19-C288-47ED-99FD-F2B82B1F8389}" dt="2026-06-03T18:19:07.553" v="5" actId="478"/>
          <ac:picMkLst>
            <pc:docMk/>
            <pc:sldMk cId="0" sldId="295"/>
            <ac:picMk id="6" creationId="{00000000-0000-0000-0000-000000000000}"/>
          </ac:picMkLst>
        </pc:picChg>
      </pc:sldChg>
      <pc:sldChg chg="delSp modSp mod">
        <pc:chgData name="Quidzohar Morbiwala" userId="f81cb7ee-5d40-432c-afb4-7a45cdcbf1f0" providerId="ADAL" clId="{18C95B19-C288-47ED-99FD-F2B82B1F8389}" dt="2026-06-03T18:19:57.009" v="8" actId="478"/>
        <pc:sldMkLst>
          <pc:docMk/>
          <pc:sldMk cId="0" sldId="296"/>
        </pc:sldMkLst>
        <pc:picChg chg="del mod">
          <ac:chgData name="Quidzohar Morbiwala" userId="f81cb7ee-5d40-432c-afb4-7a45cdcbf1f0" providerId="ADAL" clId="{18C95B19-C288-47ED-99FD-F2B82B1F8389}" dt="2026-06-03T18:19:57.009" v="8" actId="478"/>
          <ac:picMkLst>
            <pc:docMk/>
            <pc:sldMk cId="0" sldId="296"/>
            <ac:picMk id="6" creationId="{00000000-0000-0000-0000-000000000000}"/>
          </ac:picMkLst>
        </pc:picChg>
      </pc:sldChg>
      <pc:sldChg chg="delSp mod">
        <pc:chgData name="Quidzohar Morbiwala" userId="f81cb7ee-5d40-432c-afb4-7a45cdcbf1f0" providerId="ADAL" clId="{18C95B19-C288-47ED-99FD-F2B82B1F8389}" dt="2026-06-03T18:27:37.829" v="42" actId="478"/>
        <pc:sldMkLst>
          <pc:docMk/>
          <pc:sldMk cId="0" sldId="297"/>
        </pc:sldMkLst>
        <pc:picChg chg="del">
          <ac:chgData name="Quidzohar Morbiwala" userId="f81cb7ee-5d40-432c-afb4-7a45cdcbf1f0" providerId="ADAL" clId="{18C95B19-C288-47ED-99FD-F2B82B1F8389}" dt="2026-06-03T18:27:37.829" v="42" actId="478"/>
          <ac:picMkLst>
            <pc:docMk/>
            <pc:sldMk cId="0" sldId="297"/>
            <ac:picMk id="5" creationId="{00000000-0000-0000-0000-000000000000}"/>
          </ac:picMkLst>
        </pc:picChg>
      </pc:sldChg>
      <pc:sldChg chg="modSp mod">
        <pc:chgData name="Quidzohar Morbiwala" userId="f81cb7ee-5d40-432c-afb4-7a45cdcbf1f0" providerId="ADAL" clId="{18C95B19-C288-47ED-99FD-F2B82B1F8389}" dt="2026-06-03T18:45:52.507" v="203" actId="14100"/>
        <pc:sldMkLst>
          <pc:docMk/>
          <pc:sldMk cId="0" sldId="299"/>
        </pc:sldMkLst>
        <pc:picChg chg="mod">
          <ac:chgData name="Quidzohar Morbiwala" userId="f81cb7ee-5d40-432c-afb4-7a45cdcbf1f0" providerId="ADAL" clId="{18C95B19-C288-47ED-99FD-F2B82B1F8389}" dt="2026-06-03T18:45:52.507" v="203" actId="14100"/>
          <ac:picMkLst>
            <pc:docMk/>
            <pc:sldMk cId="0" sldId="299"/>
            <ac:picMk id="3" creationId="{00000000-0000-0000-0000-000000000000}"/>
          </ac:picMkLst>
        </pc:picChg>
      </pc:sldChg>
      <pc:sldChg chg="delSp mod">
        <pc:chgData name="Quidzohar Morbiwala" userId="f81cb7ee-5d40-432c-afb4-7a45cdcbf1f0" providerId="ADAL" clId="{18C95B19-C288-47ED-99FD-F2B82B1F8389}" dt="2026-06-03T18:18:54.241" v="4" actId="478"/>
        <pc:sldMkLst>
          <pc:docMk/>
          <pc:sldMk cId="0" sldId="301"/>
        </pc:sldMkLst>
        <pc:picChg chg="del">
          <ac:chgData name="Quidzohar Morbiwala" userId="f81cb7ee-5d40-432c-afb4-7a45cdcbf1f0" providerId="ADAL" clId="{18C95B19-C288-47ED-99FD-F2B82B1F8389}" dt="2026-06-03T18:18:54.241" v="4" actId="478"/>
          <ac:picMkLst>
            <pc:docMk/>
            <pc:sldMk cId="0" sldId="301"/>
            <ac:picMk id="6" creationId="{00000000-0000-0000-0000-000000000000}"/>
          </ac:picMkLst>
        </pc:picChg>
      </pc:sldChg>
      <pc:sldChg chg="delSp mod">
        <pc:chgData name="Quidzohar Morbiwala" userId="f81cb7ee-5d40-432c-afb4-7a45cdcbf1f0" providerId="ADAL" clId="{18C95B19-C288-47ED-99FD-F2B82B1F8389}" dt="2026-06-03T18:18:45.327" v="3" actId="478"/>
        <pc:sldMkLst>
          <pc:docMk/>
          <pc:sldMk cId="0" sldId="302"/>
        </pc:sldMkLst>
        <pc:picChg chg="del">
          <ac:chgData name="Quidzohar Morbiwala" userId="f81cb7ee-5d40-432c-afb4-7a45cdcbf1f0" providerId="ADAL" clId="{18C95B19-C288-47ED-99FD-F2B82B1F8389}" dt="2026-06-03T18:18:45.327" v="3" actId="478"/>
          <ac:picMkLst>
            <pc:docMk/>
            <pc:sldMk cId="0" sldId="302"/>
            <ac:picMk id="6" creationId="{00000000-0000-0000-0000-000000000000}"/>
          </ac:picMkLst>
        </pc:picChg>
      </pc:sldChg>
      <pc:sldChg chg="delSp modSp mod">
        <pc:chgData name="Quidzohar Morbiwala" userId="f81cb7ee-5d40-432c-afb4-7a45cdcbf1f0" providerId="ADAL" clId="{18C95B19-C288-47ED-99FD-F2B82B1F8389}" dt="2026-06-03T18:20:52.118" v="13" actId="122"/>
        <pc:sldMkLst>
          <pc:docMk/>
          <pc:sldMk cId="0" sldId="304"/>
        </pc:sldMkLst>
        <pc:spChg chg="mod">
          <ac:chgData name="Quidzohar Morbiwala" userId="f81cb7ee-5d40-432c-afb4-7a45cdcbf1f0" providerId="ADAL" clId="{18C95B19-C288-47ED-99FD-F2B82B1F8389}" dt="2026-06-03T18:20:52.118" v="13" actId="122"/>
          <ac:spMkLst>
            <pc:docMk/>
            <pc:sldMk cId="0" sldId="304"/>
            <ac:spMk id="4" creationId="{00000000-0000-0000-0000-000000000000}"/>
          </ac:spMkLst>
        </pc:spChg>
        <pc:picChg chg="del">
          <ac:chgData name="Quidzohar Morbiwala" userId="f81cb7ee-5d40-432c-afb4-7a45cdcbf1f0" providerId="ADAL" clId="{18C95B19-C288-47ED-99FD-F2B82B1F8389}" dt="2026-06-03T18:20:14.937" v="9" actId="478"/>
          <ac:picMkLst>
            <pc:docMk/>
            <pc:sldMk cId="0" sldId="304"/>
            <ac:picMk id="6" creationId="{00000000-0000-0000-0000-000000000000}"/>
          </ac:picMkLst>
        </pc:picChg>
      </pc:sldChg>
      <pc:sldChg chg="delSp modSp mod">
        <pc:chgData name="Quidzohar Morbiwala" userId="f81cb7ee-5d40-432c-afb4-7a45cdcbf1f0" providerId="ADAL" clId="{18C95B19-C288-47ED-99FD-F2B82B1F8389}" dt="2026-06-03T18:46:32.521" v="205" actId="478"/>
        <pc:sldMkLst>
          <pc:docMk/>
          <pc:sldMk cId="0" sldId="306"/>
        </pc:sldMkLst>
        <pc:picChg chg="del mod">
          <ac:chgData name="Quidzohar Morbiwala" userId="f81cb7ee-5d40-432c-afb4-7a45cdcbf1f0" providerId="ADAL" clId="{18C95B19-C288-47ED-99FD-F2B82B1F8389}" dt="2026-06-03T18:46:32.521" v="205" actId="478"/>
          <ac:picMkLst>
            <pc:docMk/>
            <pc:sldMk cId="0" sldId="306"/>
            <ac:picMk id="5" creationId="{00000000-0000-0000-0000-000000000000}"/>
          </ac:picMkLst>
        </pc:picChg>
      </pc:sldChg>
      <pc:sldChg chg="del">
        <pc:chgData name="Quidzohar Morbiwala" userId="f81cb7ee-5d40-432c-afb4-7a45cdcbf1f0" providerId="ADAL" clId="{18C95B19-C288-47ED-99FD-F2B82B1F8389}" dt="2026-06-03T19:13:38.743" v="260" actId="47"/>
        <pc:sldMkLst>
          <pc:docMk/>
          <pc:sldMk cId="0" sldId="311"/>
        </pc:sldMkLst>
      </pc:sldChg>
      <pc:sldChg chg="delSp modSp mod">
        <pc:chgData name="Quidzohar Morbiwala" userId="f81cb7ee-5d40-432c-afb4-7a45cdcbf1f0" providerId="ADAL" clId="{18C95B19-C288-47ED-99FD-F2B82B1F8389}" dt="2026-06-03T19:03:21.086" v="216" actId="478"/>
        <pc:sldMkLst>
          <pc:docMk/>
          <pc:sldMk cId="0" sldId="312"/>
        </pc:sldMkLst>
        <pc:picChg chg="del mod">
          <ac:chgData name="Quidzohar Morbiwala" userId="f81cb7ee-5d40-432c-afb4-7a45cdcbf1f0" providerId="ADAL" clId="{18C95B19-C288-47ED-99FD-F2B82B1F8389}" dt="2026-06-03T19:03:21.086" v="216" actId="478"/>
          <ac:picMkLst>
            <pc:docMk/>
            <pc:sldMk cId="0" sldId="312"/>
            <ac:picMk id="6" creationId="{00000000-0000-0000-0000-000000000000}"/>
          </ac:picMkLst>
        </pc:picChg>
      </pc:sldChg>
      <pc:sldChg chg="addSp modSp mod">
        <pc:chgData name="Quidzohar Morbiwala" userId="f81cb7ee-5d40-432c-afb4-7a45cdcbf1f0" providerId="ADAL" clId="{18C95B19-C288-47ED-99FD-F2B82B1F8389}" dt="2026-06-03T19:12:02.766" v="256" actId="20577"/>
        <pc:sldMkLst>
          <pc:docMk/>
          <pc:sldMk cId="0" sldId="317"/>
        </pc:sldMkLst>
        <pc:spChg chg="mod">
          <ac:chgData name="Quidzohar Morbiwala" userId="f81cb7ee-5d40-432c-afb4-7a45cdcbf1f0" providerId="ADAL" clId="{18C95B19-C288-47ED-99FD-F2B82B1F8389}" dt="2026-06-03T19:12:02.766" v="256" actId="20577"/>
          <ac:spMkLst>
            <pc:docMk/>
            <pc:sldMk cId="0" sldId="317"/>
            <ac:spMk id="3" creationId="{00000000-0000-0000-0000-000000000000}"/>
          </ac:spMkLst>
        </pc:spChg>
        <pc:graphicFrameChg chg="add mod">
          <ac:chgData name="Quidzohar Morbiwala" userId="f81cb7ee-5d40-432c-afb4-7a45cdcbf1f0" providerId="ADAL" clId="{18C95B19-C288-47ED-99FD-F2B82B1F8389}" dt="2026-06-03T19:10:01.332" v="233"/>
          <ac:graphicFrameMkLst>
            <pc:docMk/>
            <pc:sldMk cId="0" sldId="317"/>
            <ac:graphicFrameMk id="5" creationId="{63941B88-0ACC-D674-9126-A6F711915E94}"/>
          </ac:graphicFrameMkLst>
        </pc:graphicFrameChg>
      </pc:sldChg>
      <pc:sldChg chg="addSp modSp new mod">
        <pc:chgData name="Quidzohar Morbiwala" userId="f81cb7ee-5d40-432c-afb4-7a45cdcbf1f0" providerId="ADAL" clId="{18C95B19-C288-47ED-99FD-F2B82B1F8389}" dt="2026-06-03T18:28:43.631" v="47" actId="14100"/>
        <pc:sldMkLst>
          <pc:docMk/>
          <pc:sldMk cId="1428072966" sldId="318"/>
        </pc:sldMkLst>
        <pc:picChg chg="add mod">
          <ac:chgData name="Quidzohar Morbiwala" userId="f81cb7ee-5d40-432c-afb4-7a45cdcbf1f0" providerId="ADAL" clId="{18C95B19-C288-47ED-99FD-F2B82B1F8389}" dt="2026-06-03T18:28:43.631" v="47" actId="14100"/>
          <ac:picMkLst>
            <pc:docMk/>
            <pc:sldMk cId="1428072966" sldId="318"/>
            <ac:picMk id="2" creationId="{4B831635-2B5C-C676-5915-838A96F33223}"/>
          </ac:picMkLst>
        </pc:picChg>
      </pc:sldChg>
      <pc:sldChg chg="addSp modSp new mod">
        <pc:chgData name="Quidzohar Morbiwala" userId="f81cb7ee-5d40-432c-afb4-7a45cdcbf1f0" providerId="ADAL" clId="{18C95B19-C288-47ED-99FD-F2B82B1F8389}" dt="2026-06-03T18:34:26.534" v="120" actId="113"/>
        <pc:sldMkLst>
          <pc:docMk/>
          <pc:sldMk cId="396460911" sldId="319"/>
        </pc:sldMkLst>
        <pc:spChg chg="add mod">
          <ac:chgData name="Quidzohar Morbiwala" userId="f81cb7ee-5d40-432c-afb4-7a45cdcbf1f0" providerId="ADAL" clId="{18C95B19-C288-47ED-99FD-F2B82B1F8389}" dt="2026-06-03T18:34:26.534" v="120" actId="113"/>
          <ac:spMkLst>
            <pc:docMk/>
            <pc:sldMk cId="396460911" sldId="319"/>
            <ac:spMk id="3" creationId="{D3946B2C-6826-1ED8-1817-78C674765F16}"/>
          </ac:spMkLst>
        </pc:spChg>
      </pc:sldChg>
      <pc:sldChg chg="addSp delSp modSp new mod">
        <pc:chgData name="Quidzohar Morbiwala" userId="f81cb7ee-5d40-432c-afb4-7a45cdcbf1f0" providerId="ADAL" clId="{18C95B19-C288-47ED-99FD-F2B82B1F8389}" dt="2026-06-03T18:35:54.809" v="128" actId="14100"/>
        <pc:sldMkLst>
          <pc:docMk/>
          <pc:sldMk cId="3176392496" sldId="320"/>
        </pc:sldMkLst>
        <pc:picChg chg="add mod">
          <ac:chgData name="Quidzohar Morbiwala" userId="f81cb7ee-5d40-432c-afb4-7a45cdcbf1f0" providerId="ADAL" clId="{18C95B19-C288-47ED-99FD-F2B82B1F8389}" dt="2026-06-03T18:35:54.809" v="128" actId="14100"/>
          <ac:picMkLst>
            <pc:docMk/>
            <pc:sldMk cId="3176392496" sldId="320"/>
            <ac:picMk id="3" creationId="{494A2E0F-855F-0A1A-57F9-B9E09C04231C}"/>
          </ac:picMkLst>
        </pc:picChg>
        <pc:picChg chg="add del">
          <ac:chgData name="Quidzohar Morbiwala" userId="f81cb7ee-5d40-432c-afb4-7a45cdcbf1f0" providerId="ADAL" clId="{18C95B19-C288-47ED-99FD-F2B82B1F8389}" dt="2026-06-03T18:35:40.346" v="123" actId="478"/>
          <ac:picMkLst>
            <pc:docMk/>
            <pc:sldMk cId="3176392496" sldId="320"/>
            <ac:picMk id="1026" creationId="{31D37E79-AC1A-8C42-6B7D-FE212F83D7CD}"/>
          </ac:picMkLst>
        </pc:picChg>
      </pc:sldChg>
      <pc:sldChg chg="addSp delSp modSp add mod">
        <pc:chgData name="Quidzohar Morbiwala" userId="f81cb7ee-5d40-432c-afb4-7a45cdcbf1f0" providerId="ADAL" clId="{18C95B19-C288-47ED-99FD-F2B82B1F8389}" dt="2026-06-03T18:42:24.385" v="161" actId="20577"/>
        <pc:sldMkLst>
          <pc:docMk/>
          <pc:sldMk cId="225064251" sldId="321"/>
        </pc:sldMkLst>
        <pc:spChg chg="mod">
          <ac:chgData name="Quidzohar Morbiwala" userId="f81cb7ee-5d40-432c-afb4-7a45cdcbf1f0" providerId="ADAL" clId="{18C95B19-C288-47ED-99FD-F2B82B1F8389}" dt="2026-06-03T18:40:19.995" v="136"/>
          <ac:spMkLst>
            <pc:docMk/>
            <pc:sldMk cId="225064251" sldId="321"/>
            <ac:spMk id="2" creationId="{93C4B133-124C-9ED3-EE36-49C14EE17F7F}"/>
          </ac:spMkLst>
        </pc:spChg>
        <pc:spChg chg="mod">
          <ac:chgData name="Quidzohar Morbiwala" userId="f81cb7ee-5d40-432c-afb4-7a45cdcbf1f0" providerId="ADAL" clId="{18C95B19-C288-47ED-99FD-F2B82B1F8389}" dt="2026-06-03T18:41:51.171" v="153" actId="20577"/>
          <ac:spMkLst>
            <pc:docMk/>
            <pc:sldMk cId="225064251" sldId="321"/>
            <ac:spMk id="3" creationId="{4DF1A3E5-4E35-AED4-55F2-E1B3FFC0DFF1}"/>
          </ac:spMkLst>
        </pc:spChg>
        <pc:spChg chg="del">
          <ac:chgData name="Quidzohar Morbiwala" userId="f81cb7ee-5d40-432c-afb4-7a45cdcbf1f0" providerId="ADAL" clId="{18C95B19-C288-47ED-99FD-F2B82B1F8389}" dt="2026-06-03T18:41:18.974" v="139" actId="478"/>
          <ac:spMkLst>
            <pc:docMk/>
            <pc:sldMk cId="225064251" sldId="321"/>
            <ac:spMk id="4" creationId="{8755261A-4538-E5B9-0E31-62E87B3430EF}"/>
          </ac:spMkLst>
        </pc:spChg>
        <pc:spChg chg="add mod">
          <ac:chgData name="Quidzohar Morbiwala" userId="f81cb7ee-5d40-432c-afb4-7a45cdcbf1f0" providerId="ADAL" clId="{18C95B19-C288-47ED-99FD-F2B82B1F8389}" dt="2026-06-03T18:42:24.385" v="161" actId="20577"/>
          <ac:spMkLst>
            <pc:docMk/>
            <pc:sldMk cId="225064251" sldId="321"/>
            <ac:spMk id="7" creationId="{89AE0067-D863-361C-43FB-2548C7FDA70C}"/>
          </ac:spMkLst>
        </pc:spChg>
      </pc:sldChg>
      <pc:sldChg chg="new del">
        <pc:chgData name="Quidzohar Morbiwala" userId="f81cb7ee-5d40-432c-afb4-7a45cdcbf1f0" providerId="ADAL" clId="{18C95B19-C288-47ED-99FD-F2B82B1F8389}" dt="2026-06-03T18:39:44.955" v="130" actId="680"/>
        <pc:sldMkLst>
          <pc:docMk/>
          <pc:sldMk cId="2104698530" sldId="321"/>
        </pc:sldMkLst>
      </pc:sldChg>
      <pc:sldChg chg="addSp delSp modSp new mod">
        <pc:chgData name="Quidzohar Morbiwala" userId="f81cb7ee-5d40-432c-afb4-7a45cdcbf1f0" providerId="ADAL" clId="{18C95B19-C288-47ED-99FD-F2B82B1F8389}" dt="2026-06-03T18:53:27.593" v="213" actId="931"/>
        <pc:sldMkLst>
          <pc:docMk/>
          <pc:sldMk cId="3489179589" sldId="322"/>
        </pc:sldMkLst>
        <pc:spChg chg="add del">
          <ac:chgData name="Quidzohar Morbiwala" userId="f81cb7ee-5d40-432c-afb4-7a45cdcbf1f0" providerId="ADAL" clId="{18C95B19-C288-47ED-99FD-F2B82B1F8389}" dt="2026-06-03T18:51:53.132" v="211" actId="478"/>
          <ac:spMkLst>
            <pc:docMk/>
            <pc:sldMk cId="3489179589" sldId="322"/>
            <ac:spMk id="2" creationId="{A829EB53-025F-89C3-9BF5-A191796BEEF2}"/>
          </ac:spMkLst>
        </pc:spChg>
        <pc:spChg chg="add">
          <ac:chgData name="Quidzohar Morbiwala" userId="f81cb7ee-5d40-432c-afb4-7a45cdcbf1f0" providerId="ADAL" clId="{18C95B19-C288-47ED-99FD-F2B82B1F8389}" dt="2026-06-03T18:52:12.348" v="212"/>
          <ac:spMkLst>
            <pc:docMk/>
            <pc:sldMk cId="3489179589" sldId="322"/>
            <ac:spMk id="3" creationId="{A801D142-3CA8-AF71-3489-E667665EEAFB}"/>
          </ac:spMkLst>
        </pc:spChg>
        <pc:picChg chg="add mod">
          <ac:chgData name="Quidzohar Morbiwala" userId="f81cb7ee-5d40-432c-afb4-7a45cdcbf1f0" providerId="ADAL" clId="{18C95B19-C288-47ED-99FD-F2B82B1F8389}" dt="2026-06-03T18:53:27.593" v="213" actId="931"/>
          <ac:picMkLst>
            <pc:docMk/>
            <pc:sldMk cId="3489179589" sldId="322"/>
            <ac:picMk id="5" creationId="{A28979B9-1472-C537-D03C-03AC4860CCD3}"/>
          </ac:picMkLst>
        </pc:picChg>
      </pc:sldChg>
      <pc:sldMasterChg chg="addSp mod">
        <pc:chgData name="Quidzohar Morbiwala" userId="f81cb7ee-5d40-432c-afb4-7a45cdcbf1f0" providerId="ADAL" clId="{18C95B19-C288-47ED-99FD-F2B82B1F8389}" dt="2026-06-03T15:59:30.966" v="1" actId="33475"/>
        <pc:sldMasterMkLst>
          <pc:docMk/>
          <pc:sldMasterMk cId="0" sldId="2147483648"/>
        </pc:sldMasterMkLst>
        <pc:spChg chg="add">
          <ac:chgData name="Quidzohar Morbiwala" userId="f81cb7ee-5d40-432c-afb4-7a45cdcbf1f0" providerId="ADAL" clId="{18C95B19-C288-47ED-99FD-F2B82B1F8389}" dt="2026-06-03T15:59:30.966" v="1" actId="33475"/>
          <ac:spMkLst>
            <pc:docMk/>
            <pc:sldMasterMk cId="0" sldId="2147483648"/>
            <ac:spMk id="5" creationId="{8155F214-7932-165B-FDA8-766A5B9A2AFB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2CDCCC2-ED96-4D31-B463-98B1BB88255B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55F214-7932-165B-FDA8-766A5B9A2AF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992563" y="6672580"/>
            <a:ext cx="11874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2E404D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Sensitivity Label: General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243599994391698&#8224;L45-L50&#12305;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hyperlink" Target="file:///C:\Users\Gamer\Downloads\Training\Week1\Day%204\&#12304;590905102876471&#8224;L109-L136&#12305;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243599994391698&#8224;L45-L50&#12305;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672344311009396&#8224;L544-L558&#12305;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file:///C:\Users\Gamer\Downloads\Training\Week1\Day%204\&#12304;672344311009396&#8224;L589-L627&#12305;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672344311009396&#8224;L638-L702&#12305;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743847820016450&#8224;L174-L190&#12305;" TargetMode="External"/><Relationship Id="rId4" Type="http://schemas.openxmlformats.org/officeDocument/2006/relationships/hyperlink" Target="file:///C:\Users\Gamer\Downloads\Training\Week1\Day%204\&#12304;743847820016450&#8224;L154-L170&#12305;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file:///C:\Users\Gamer\Downloads\Training\Week1\Day%204\&#12304;672344311009396&#8224;L717-L749&#12305;" TargetMode="External"/><Relationship Id="rId3" Type="http://schemas.openxmlformats.org/officeDocument/2006/relationships/image" Target="../media/image1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file:///C:\Users\Gamer\Downloads\Training\Week1\Day%204\&#12304;17352650637092&#8224;L190-L215&#12305;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743847820016450&#8224;L174-L190&#12305;" TargetMode="External"/><Relationship Id="rId4" Type="http://schemas.openxmlformats.org/officeDocument/2006/relationships/hyperlink" Target="file:///C:\Users\Gamer\Downloads\Training\Week1\Day%204\&#12304;743847820016450&#8224;L154-L170&#12305;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590905102876471&#8224;L160-L205&#12305;" TargetMode="External"/><Relationship Id="rId4" Type="http://schemas.openxmlformats.org/officeDocument/2006/relationships/hyperlink" Target="file:///C:\Users\Gamer\Downloads\Training\Week1\Day%204\&#12304;590905102876471&#8224;L109-L136&#12305;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25194570669191&#8224;L120-L139&#12305;" TargetMode="External"/><Relationship Id="rId4" Type="http://schemas.openxmlformats.org/officeDocument/2006/relationships/hyperlink" Target="file:///C:\Users\Gamer\Downloads\Training\Week1\Day%204\&#12304;901517790178346&#8224;L155-L170&#12305;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60-L205&#12305;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267-L287&#12305;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48-L156&#12305;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05-L319&#12305;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60-L205&#12305;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hyperlink" Target="file:///C:\Users\Gamer\Downloads\Training\Week1\Day%204\&#12304;25194570669191&#8224;L120-L139&#12305;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77-L411&#12305;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09-L136&#12305;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743847820016450&#8224;L132-L145&#12305;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file:///C:\Users\Gamer\Downloads\Training\Week1\Day%204\&#12304;25194570669191&#8224;L156-L170&#12305;" TargetMode="External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7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Users\Gamer\Downloads\Training\Week1\Day%204\&#12304;590905102876471&#8224;L267-L287&#12305;" TargetMode="External"/><Relationship Id="rId5" Type="http://schemas.openxmlformats.org/officeDocument/2006/relationships/hyperlink" Target="file:///C:\Users\Gamer\Downloads\Training\Week1\Day%204\&#12304;590905102876471&#8224;L218-L258&#12305;" TargetMode="External"/><Relationship Id="rId4" Type="http://schemas.openxmlformats.org/officeDocument/2006/relationships/hyperlink" Target="file:///C:\Users\Gamer\Downloads\Training\Week1\Day%204\&#12304;590905102876471&#8224;L160-L205&#12305;" TargetMode="Externa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77-L411&#12305;" TargetMode="Externa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77-L411&#12305;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25194570669191&#8224;L156-L170&#12305;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218-L258&#12305;" TargetMode="Externa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18-L258&#12305;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60-L205&#12305;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18-L258&#12305;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77-L411&#12305;" TargetMode="Externa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67-L287&#12305;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243599994391698&#8224;L45-L50&#12305;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590905102876471&#8224;L267-L287&#12305;" TargetMode="External"/><Relationship Id="rId4" Type="http://schemas.openxmlformats.org/officeDocument/2006/relationships/hyperlink" Target="file:///C:\Users\Gamer\Downloads\Training\Week1\Day%204\&#12304;901517790178346&#8224;L122-L149&#12305;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57200" y="1280160"/>
            <a:ext cx="502848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Day 4: Change Data Capture &amp; </a:t>
            </a:r>
            <a:r>
              <a:rPr lang="en-US" sz="2800" b="1" u="none" strike="noStrike" dirty="0" err="1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</a:t>
            </a:r>
            <a:endParaRPr lang="en-IN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 dirty="0">
                <a:solidFill>
                  <a:srgbClr val="585858"/>
                </a:solidFill>
                <a:effectLst/>
                <a:uFillTx/>
                <a:latin typeface="Calibri"/>
                <a:ea typeface="Calibri"/>
              </a:rPr>
              <a:t>Modern Data Engineering Series</a:t>
            </a:r>
            <a:endParaRPr lang="en-IN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/>
          <p:cNvPicPr/>
          <p:nvPr/>
        </p:nvPicPr>
        <p:blipFill>
          <a:blip r:embed="rId3"/>
          <a:stretch/>
        </p:blipFill>
        <p:spPr>
          <a:xfrm>
            <a:off x="5486400" y="640080"/>
            <a:ext cx="3656880" cy="274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457200" y="2377440"/>
            <a:ext cx="502848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Understanding CDC fundamentals, Debezium internals, connectors, configuration and hands-on lab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57200" y="457200"/>
            <a:ext cx="731448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Learning Objectives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Image 0"/>
          <p:cNvPicPr/>
          <p:nvPr/>
        </p:nvPicPr>
        <p:blipFill>
          <a:blip r:embed="rId3"/>
          <a:stretch/>
        </p:blipFill>
        <p:spPr>
          <a:xfrm>
            <a:off x="457200" y="11887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Text 1"/>
          <p:cNvSpPr/>
          <p:nvPr/>
        </p:nvSpPr>
        <p:spPr>
          <a:xfrm>
            <a:off x="822960" y="12344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Define CDC and its benefits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Image 1"/>
          <p:cNvPicPr/>
          <p:nvPr/>
        </p:nvPicPr>
        <p:blipFill>
          <a:blip r:embed="rId4"/>
          <a:stretch/>
        </p:blipFill>
        <p:spPr>
          <a:xfrm>
            <a:off x="457200" y="16459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 2"/>
          <p:cNvSpPr/>
          <p:nvPr/>
        </p:nvSpPr>
        <p:spPr>
          <a:xfrm>
            <a:off x="822960" y="16916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Compare CDC methods and patterns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2"/>
          <p:cNvPicPr/>
          <p:nvPr/>
        </p:nvPicPr>
        <p:blipFill>
          <a:blip r:embed="rId5"/>
          <a:stretch/>
        </p:blipFill>
        <p:spPr>
          <a:xfrm>
            <a:off x="457200" y="21031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3"/>
          <p:cNvSpPr/>
          <p:nvPr/>
        </p:nvSpPr>
        <p:spPr>
          <a:xfrm>
            <a:off x="822960" y="21488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Explain Debezium architecture &amp; event structure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" name="Image 3"/>
          <p:cNvPicPr/>
          <p:nvPr/>
        </p:nvPicPr>
        <p:blipFill>
          <a:blip r:embed="rId6"/>
          <a:stretch/>
        </p:blipFill>
        <p:spPr>
          <a:xfrm>
            <a:off x="457200" y="25603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4"/>
          <p:cNvSpPr/>
          <p:nvPr/>
        </p:nvSpPr>
        <p:spPr>
          <a:xfrm>
            <a:off x="822960" y="26060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Explore connector landscape and deployment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4"/>
          <p:cNvPicPr/>
          <p:nvPr/>
        </p:nvPicPr>
        <p:blipFill>
          <a:blip r:embed="rId7"/>
          <a:stretch/>
        </p:blipFill>
        <p:spPr>
          <a:xfrm>
            <a:off x="457200" y="30175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5"/>
          <p:cNvSpPr/>
          <p:nvPr/>
        </p:nvSpPr>
        <p:spPr>
          <a:xfrm>
            <a:off x="822960" y="30632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Configure connectors via Kafka Connect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5"/>
          <p:cNvPicPr/>
          <p:nvPr/>
        </p:nvPicPr>
        <p:blipFill>
          <a:blip r:embed="rId8"/>
          <a:stretch/>
        </p:blipFill>
        <p:spPr>
          <a:xfrm>
            <a:off x="457200" y="34747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6"/>
          <p:cNvSpPr/>
          <p:nvPr/>
        </p:nvSpPr>
        <p:spPr>
          <a:xfrm>
            <a:off x="822960" y="35204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Capture changes hands-on &amp; analyze events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9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457200" y="457200"/>
            <a:ext cx="3656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360000" y="128016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 2"/>
          <p:cNvSpPr/>
          <p:nvPr/>
        </p:nvSpPr>
        <p:spPr>
          <a:xfrm>
            <a:off x="277200" y="1280160"/>
            <a:ext cx="6224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09:00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914400" y="13258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Fundamentals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360000" y="182880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" name="Text 5"/>
          <p:cNvSpPr/>
          <p:nvPr/>
        </p:nvSpPr>
        <p:spPr>
          <a:xfrm>
            <a:off x="360000" y="182880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10:30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914400" y="187452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Architecture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7"/>
          <p:cNvSpPr/>
          <p:nvPr/>
        </p:nvSpPr>
        <p:spPr>
          <a:xfrm>
            <a:off x="360000" y="237744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8"/>
          <p:cNvSpPr/>
          <p:nvPr/>
        </p:nvSpPr>
        <p:spPr>
          <a:xfrm>
            <a:off x="360000" y="237744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12:00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914400" y="242316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Connector Landscape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360000" y="292608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360000" y="292608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13:30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2"/>
          <p:cNvSpPr/>
          <p:nvPr/>
        </p:nvSpPr>
        <p:spPr>
          <a:xfrm>
            <a:off x="914400" y="297180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Connector Configuration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3"/>
          <p:cNvSpPr/>
          <p:nvPr/>
        </p:nvSpPr>
        <p:spPr>
          <a:xfrm>
            <a:off x="360000" y="347472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 14"/>
          <p:cNvSpPr/>
          <p:nvPr/>
        </p:nvSpPr>
        <p:spPr>
          <a:xfrm>
            <a:off x="360000" y="347472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15:00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5"/>
          <p:cNvSpPr/>
          <p:nvPr/>
        </p:nvSpPr>
        <p:spPr>
          <a:xfrm>
            <a:off x="914400" y="352044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Hands-On Lab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6"/>
          <p:cNvSpPr/>
          <p:nvPr/>
        </p:nvSpPr>
        <p:spPr>
          <a:xfrm>
            <a:off x="360000" y="402336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5" name="Text 17"/>
          <p:cNvSpPr/>
          <p:nvPr/>
        </p:nvSpPr>
        <p:spPr>
          <a:xfrm>
            <a:off x="360000" y="402336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16:30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8"/>
          <p:cNvSpPr/>
          <p:nvPr/>
        </p:nvSpPr>
        <p:spPr>
          <a:xfrm>
            <a:off x="914400" y="40690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 &amp; Recap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9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What is Change Data Capture?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"/>
          <p:cNvSpPr/>
          <p:nvPr/>
        </p:nvSpPr>
        <p:spPr>
          <a:xfrm>
            <a:off x="457200" y="1097280"/>
            <a:ext cx="4845600" cy="301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is a design pattern that records row-level data changes (inserts, updates, deletes) and propagates them as events in real time.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Why CDC?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Eliminates heavy batch ETL jobs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Enables real-time data synchronization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Supports microservices &amp; event-driven architectures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Guarantees data consistency and ordering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Picture 50"/>
          <p:cNvPicPr/>
          <p:nvPr/>
        </p:nvPicPr>
        <p:blipFill>
          <a:blip r:embed="rId5"/>
          <a:stretch/>
        </p:blipFill>
        <p:spPr>
          <a:xfrm>
            <a:off x="5076000" y="556200"/>
            <a:ext cx="3563640" cy="3016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CDC vs Traditional ETL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4114080" cy="4920640"/>
          </a:xfrm>
          <a:prstGeom prst="round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2060"/>
                </a:solidFill>
                <a:latin typeface="Calibri"/>
              </a:rPr>
              <a:t>Traditional ETL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Batch-oriented: runs on schedule (hourly/daily)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Full or incremental table scans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High latency: minutes to hours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Heavy load on source database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No delete detection without soft-deletes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Simple to implement and reason about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097280"/>
            <a:ext cx="4114080" cy="4920640"/>
          </a:xfrm>
          <a:prstGeom prst="round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2060"/>
                </a:solidFill>
                <a:latin typeface="Calibri"/>
              </a:rPr>
              <a:t>Change Data Capture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Event-driven: changes stream in real time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Reads database transaction log (WAL/binlog)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Low latency: sub-second to seconds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Minimal load on source database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Captures INSERT, UPDATE, DELETE, TRUNCATE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Requires log-level access and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831635-2B5C-C676-5915-838A96F33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020175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072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Patterns: Push vs Pull</a:t>
            </a:r>
            <a:endParaRPr lang="en-IN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"/>
          <p:cNvSpPr/>
          <p:nvPr/>
        </p:nvSpPr>
        <p:spPr>
          <a:xfrm>
            <a:off x="457200" y="1097280"/>
            <a:ext cx="4114080" cy="201096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 w="12700">
            <a:solidFill>
              <a:srgbClr val="C5E1A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2"/>
          <p:cNvSpPr/>
          <p:nvPr/>
        </p:nvSpPr>
        <p:spPr>
          <a:xfrm>
            <a:off x="502920" y="1143000"/>
            <a:ext cx="402264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Push (Log-based)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Database writes change events to a log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CDC tool streams events to consumers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Low overhead, preserves order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Requires privileges on DB logs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4572000" y="1097280"/>
            <a:ext cx="4114080" cy="201096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 w="12700">
            <a:solidFill>
              <a:srgbClr val="FFCC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4"/>
          <p:cNvSpPr/>
          <p:nvPr/>
        </p:nvSpPr>
        <p:spPr>
          <a:xfrm>
            <a:off x="4617720" y="1143000"/>
            <a:ext cx="402264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Pull (Query/Trigger)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• Periodic queries or triggers detect changes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• Simple to implement, works on any DB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• Higher overhead, cannot capture deletes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946B2C-6826-1ED8-1817-78C674765F16}"/>
              </a:ext>
            </a:extLst>
          </p:cNvPr>
          <p:cNvSpPr txBox="1"/>
          <p:nvPr/>
        </p:nvSpPr>
        <p:spPr>
          <a:xfrm>
            <a:off x="558800" y="407629"/>
            <a:ext cx="8830734" cy="5603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tabLst>
                <a:tab pos="0" algn="l"/>
              </a:tabLst>
            </a:pPr>
            <a:r>
              <a:rPr lang="en-US" sz="2200" b="1" dirty="0">
                <a:solidFill>
                  <a:srgbClr val="002060"/>
                </a:solidFill>
                <a:latin typeface="Calibri"/>
                <a:ea typeface="Calibri"/>
              </a:rPr>
              <a:t>What is Write ahead log and why WAL Exists</a:t>
            </a:r>
          </a:p>
          <a:p>
            <a:pPr algn="l">
              <a:lnSpc>
                <a:spcPts val="2400"/>
              </a:lnSpc>
              <a:buNone/>
            </a:pPr>
            <a:r>
              <a:rPr lang="en-US" b="0" i="0" dirty="0">
                <a:solidFill>
                  <a:srgbClr val="242424"/>
                </a:solidFill>
                <a:effectLst/>
              </a:rPr>
              <a:t>When updating a database record, such as:</a:t>
            </a:r>
          </a:p>
          <a:p>
            <a:pPr algn="l">
              <a:lnSpc>
                <a:spcPts val="2400"/>
              </a:lnSpc>
              <a:buNone/>
            </a:pPr>
            <a:r>
              <a:rPr lang="en-US" b="0" i="0" dirty="0">
                <a:solidFill>
                  <a:srgbClr val="AA0D91"/>
                </a:solidFill>
                <a:effectLst/>
              </a:rPr>
              <a:t>UPDATE</a:t>
            </a:r>
            <a:r>
              <a:rPr lang="en-US" b="0" i="0" dirty="0">
                <a:solidFill>
                  <a:srgbClr val="242424"/>
                </a:solidFill>
                <a:effectLst/>
              </a:rPr>
              <a:t> users </a:t>
            </a:r>
            <a:r>
              <a:rPr lang="en-US" b="0" i="0" dirty="0">
                <a:solidFill>
                  <a:srgbClr val="AA0D91"/>
                </a:solidFill>
                <a:effectLst/>
              </a:rPr>
              <a:t>SET</a:t>
            </a:r>
            <a:r>
              <a:rPr lang="en-US" b="0" i="0" dirty="0">
                <a:solidFill>
                  <a:srgbClr val="242424"/>
                </a:solidFill>
                <a:effectLst/>
              </a:rPr>
              <a:t> balance = balance + </a:t>
            </a:r>
            <a:r>
              <a:rPr lang="en-US" b="0" i="0" dirty="0">
                <a:solidFill>
                  <a:srgbClr val="1C00CF"/>
                </a:solidFill>
                <a:effectLst/>
              </a:rPr>
              <a:t>100</a:t>
            </a:r>
            <a:r>
              <a:rPr lang="en-US" b="0" i="0" dirty="0">
                <a:solidFill>
                  <a:srgbClr val="242424"/>
                </a:solidFill>
                <a:effectLst/>
              </a:rPr>
              <a:t> </a:t>
            </a:r>
            <a:r>
              <a:rPr lang="en-US" b="0" i="0" dirty="0">
                <a:solidFill>
                  <a:srgbClr val="AA0D91"/>
                </a:solidFill>
                <a:effectLst/>
              </a:rPr>
              <a:t>WHERE</a:t>
            </a:r>
            <a:r>
              <a:rPr lang="en-US" b="0" i="0" dirty="0">
                <a:solidFill>
                  <a:srgbClr val="242424"/>
                </a:solidFill>
                <a:effectLst/>
              </a:rPr>
              <a:t> id = </a:t>
            </a:r>
            <a:r>
              <a:rPr lang="en-US" b="0" i="0" dirty="0">
                <a:solidFill>
                  <a:srgbClr val="1C00CF"/>
                </a:solidFill>
                <a:effectLst/>
              </a:rPr>
              <a:t>42</a:t>
            </a:r>
            <a:r>
              <a:rPr lang="en-US" b="0" i="0" dirty="0">
                <a:solidFill>
                  <a:srgbClr val="242424"/>
                </a:solidFill>
                <a:effectLst/>
              </a:rPr>
              <a:t>;</a:t>
            </a:r>
          </a:p>
          <a:p>
            <a:pPr algn="l">
              <a:lnSpc>
                <a:spcPts val="2400"/>
              </a:lnSpc>
              <a:buNone/>
            </a:pPr>
            <a:r>
              <a:rPr lang="en-US" b="0" i="0" dirty="0">
                <a:solidFill>
                  <a:srgbClr val="242424"/>
                </a:solidFill>
                <a:effectLst/>
              </a:rPr>
              <a:t>What happens if the system crashes mid-operation?</a:t>
            </a:r>
          </a:p>
          <a:p>
            <a:pPr algn="l">
              <a:lnSpc>
                <a:spcPts val="2400"/>
              </a:lnSpc>
              <a:buNone/>
            </a:pPr>
            <a:endParaRPr lang="en-US" b="0" i="0" dirty="0">
              <a:solidFill>
                <a:srgbClr val="242424"/>
              </a:solidFill>
              <a:effectLst/>
            </a:endParaRPr>
          </a:p>
          <a:p>
            <a:pPr algn="l">
              <a:lnSpc>
                <a:spcPts val="2400"/>
              </a:lnSpc>
              <a:buNone/>
            </a:pPr>
            <a:r>
              <a:rPr lang="en-US" b="1" i="0" dirty="0">
                <a:solidFill>
                  <a:srgbClr val="242424"/>
                </a:solidFill>
                <a:effectLst/>
              </a:rPr>
              <a:t>WAL provides safety</a:t>
            </a:r>
            <a:r>
              <a:rPr lang="en-US" b="0" i="0" dirty="0">
                <a:solidFill>
                  <a:srgbClr val="242424"/>
                </a:solidFill>
                <a:effectLst/>
              </a:rPr>
              <a:t> by capturing the change intent before applying it, ensuring:</a:t>
            </a:r>
          </a:p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</a:rPr>
              <a:t>Crash recovery</a:t>
            </a:r>
          </a:p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</a:rPr>
              <a:t>Data consistency</a:t>
            </a:r>
          </a:p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</a:rPr>
              <a:t>Durable writes</a:t>
            </a:r>
          </a:p>
          <a:p>
            <a:pPr algn="l">
              <a:lnSpc>
                <a:spcPts val="24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rgbClr val="242424"/>
              </a:solidFill>
            </a:endParaRPr>
          </a:p>
          <a:p>
            <a:pPr algn="l">
              <a:lnSpc>
                <a:spcPts val="2400"/>
              </a:lnSpc>
            </a:pPr>
            <a:r>
              <a:rPr lang="en-US" b="1" i="0" dirty="0">
                <a:solidFill>
                  <a:srgbClr val="242424"/>
                </a:solidFill>
                <a:effectLst/>
              </a:rPr>
              <a:t>How It Works</a:t>
            </a:r>
          </a:p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</a:rPr>
              <a:t>The change is first written to a Write-Ahead Log.</a:t>
            </a:r>
          </a:p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</a:rPr>
              <a:t>Once safely flushed to disk, the actual data pages are updated.</a:t>
            </a:r>
          </a:p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</a:rPr>
              <a:t>On crash, the database replays the WAL to restore consistency.</a:t>
            </a:r>
          </a:p>
          <a:p>
            <a:pPr algn="l">
              <a:lnSpc>
                <a:spcPts val="2400"/>
              </a:lnSpc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242424"/>
              </a:solidFill>
              <a:effectLst/>
            </a:endParaRPr>
          </a:p>
          <a:p>
            <a:pPr algn="l">
              <a:lnSpc>
                <a:spcPts val="2400"/>
              </a:lnSpc>
            </a:pPr>
            <a:r>
              <a:rPr lang="en-US" b="1" i="0" dirty="0">
                <a:solidFill>
                  <a:srgbClr val="242424"/>
                </a:solidFill>
                <a:effectLst/>
              </a:rPr>
              <a:t>What It Guarantees</a:t>
            </a:r>
          </a:p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</a:rPr>
              <a:t>Ensures Atomicity and Durability (two pillars of ACID).</a:t>
            </a:r>
          </a:p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</a:rPr>
              <a:t>Used in systems like PostgreSQL, MySQL (</a:t>
            </a:r>
            <a:r>
              <a:rPr lang="en-US" b="0" i="0" dirty="0" err="1">
                <a:solidFill>
                  <a:srgbClr val="242424"/>
                </a:solidFill>
                <a:effectLst/>
              </a:rPr>
              <a:t>InnoDB</a:t>
            </a:r>
            <a:r>
              <a:rPr lang="en-US" b="0" i="0" dirty="0">
                <a:solidFill>
                  <a:srgbClr val="242424"/>
                </a:solidFill>
                <a:effectLst/>
              </a:rPr>
              <a:t>), and SQLite.</a:t>
            </a:r>
          </a:p>
        </p:txBody>
      </p:sp>
    </p:spTree>
    <p:extLst>
      <p:ext uri="{BB962C8B-B14F-4D97-AF65-F5344CB8AC3E}">
        <p14:creationId xmlns:p14="http://schemas.microsoft.com/office/powerpoint/2010/main" val="396460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4A2E0F-855F-0A1A-57F9-B9E09C042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327930" cy="666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392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002060"/>
                </a:solidFill>
                <a:latin typeface="Calibri"/>
              </a:rPr>
              <a:t>Transaction Log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Calibri"/>
              </a:rPr>
              <a:t>How CDC Reads the Write-Ahead Log (WAL)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Every committed transaction is written to the WAL before the data files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Logical decoding converts WAL entries into structured change events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PostgreSQL uses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pgoutput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plugin for logical replication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Replication slots track consumer position in the WAL stream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WAL retention: database keeps WAL segments until all slots have consumed them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Key PostgreSQL settings: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wal_level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=logical,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max_replication_slots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max_wal_senders</a:t>
            </a:r>
            <a:endParaRPr sz="13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3800000"/>
            <a:ext cx="8228880" cy="180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dirty="0">
                <a:solidFill>
                  <a:srgbClr val="333333"/>
                </a:solidFill>
                <a:latin typeface="Consolas"/>
              </a:rPr>
              <a:t>-- Check WAL level
SHOW </a:t>
            </a:r>
            <a:r>
              <a:rPr sz="1000" dirty="0" err="1">
                <a:solidFill>
                  <a:srgbClr val="333333"/>
                </a:solidFill>
                <a:latin typeface="Consolas"/>
              </a:rPr>
              <a:t>wal_level</a:t>
            </a:r>
            <a:r>
              <a:rPr sz="1000" dirty="0">
                <a:solidFill>
                  <a:srgbClr val="333333"/>
                </a:solidFill>
                <a:latin typeface="Consolas"/>
              </a:rPr>
              <a:t>;          -- Must be 'logical'
-- Check replication slots
SELECT </a:t>
            </a:r>
            <a:r>
              <a:rPr sz="1000" dirty="0" err="1">
                <a:solidFill>
                  <a:srgbClr val="333333"/>
                </a:solidFill>
                <a:latin typeface="Consolas"/>
              </a:rPr>
              <a:t>slot_name</a:t>
            </a:r>
            <a:r>
              <a:rPr sz="1000" dirty="0">
                <a:solidFill>
                  <a:srgbClr val="333333"/>
                </a:solidFill>
                <a:latin typeface="Consolas"/>
              </a:rPr>
              <a:t>, active, </a:t>
            </a:r>
            <a:r>
              <a:rPr sz="1000" dirty="0" err="1">
                <a:solidFill>
                  <a:srgbClr val="333333"/>
                </a:solidFill>
                <a:latin typeface="Consolas"/>
              </a:rPr>
              <a:t>restart_lsn</a:t>
            </a:r>
            <a:r>
              <a:rPr sz="1000" dirty="0">
                <a:solidFill>
                  <a:srgbClr val="333333"/>
                </a:solidFill>
                <a:latin typeface="Consolas"/>
              </a:rPr>
              <a:t>, </a:t>
            </a:r>
            <a:r>
              <a:rPr sz="1000" dirty="0" err="1">
                <a:solidFill>
                  <a:srgbClr val="333333"/>
                </a:solidFill>
                <a:latin typeface="Consolas"/>
              </a:rPr>
              <a:t>confirmed_flush_lsn</a:t>
            </a:r>
            <a:r>
              <a:rPr sz="1000" dirty="0">
                <a:solidFill>
                  <a:srgbClr val="333333"/>
                </a:solidFill>
                <a:latin typeface="Consolas"/>
              </a:rPr>
              <a:t>
FROM </a:t>
            </a:r>
            <a:r>
              <a:rPr sz="1000" dirty="0" err="1">
                <a:solidFill>
                  <a:srgbClr val="333333"/>
                </a:solidFill>
                <a:latin typeface="Consolas"/>
              </a:rPr>
              <a:t>pg_replication_slots</a:t>
            </a:r>
            <a:r>
              <a:rPr sz="1000" dirty="0">
                <a:solidFill>
                  <a:srgbClr val="333333"/>
                </a:solidFill>
                <a:latin typeface="Consolas"/>
              </a:rPr>
              <a:t>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A55A8-E1EC-3CBB-24D4-6430E0902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C4B133-124C-9ED3-EE36-49C14EE17F7F}"/>
              </a:ext>
            </a:extLst>
          </p:cNvPr>
          <p:cNvSpPr txBox="1"/>
          <p:nvPr/>
        </p:nvSpPr>
        <p:spPr>
          <a:xfrm>
            <a:off x="457200" y="457200"/>
            <a:ext cx="82288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002060"/>
                </a:solidFill>
                <a:latin typeface="Calibri"/>
              </a:rPr>
              <a:t>Kafka’s performance comes directly from its log architecture.</a:t>
            </a:r>
          </a:p>
          <a:p>
            <a:pPr algn="l"/>
            <a:endParaRPr lang="en-US" sz="2200" b="1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F1A3E5-4E35-AED4-55F2-E1B3FFC0DFF1}"/>
              </a:ext>
            </a:extLst>
          </p:cNvPr>
          <p:cNvSpPr txBox="1"/>
          <p:nvPr/>
        </p:nvSpPr>
        <p:spPr>
          <a:xfrm>
            <a:off x="457200" y="1097280"/>
            <a:ext cx="3922776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Sequential Disk Writes</a:t>
            </a:r>
          </a:p>
          <a:p>
            <a:r>
              <a:rPr lang="en-US" dirty="0"/>
              <a:t>Kafka only </a:t>
            </a:r>
            <a:r>
              <a:rPr lang="en-US" b="1" dirty="0"/>
              <a:t>appends</a:t>
            </a:r>
            <a:r>
              <a:rPr lang="en-US" dirty="0"/>
              <a:t> data:</a:t>
            </a:r>
          </a:p>
          <a:p>
            <a:r>
              <a:rPr lang="en-US" dirty="0"/>
              <a:t>No random I/O</a:t>
            </a:r>
          </a:p>
          <a:p>
            <a:r>
              <a:rPr lang="en-US" dirty="0"/>
              <a:t>Sequential writes are </a:t>
            </a:r>
            <a:r>
              <a:rPr lang="en-US" b="1" dirty="0"/>
              <a:t>extremely fast</a:t>
            </a:r>
            <a:r>
              <a:rPr lang="en-US" dirty="0"/>
              <a:t> (even on HDDs)</a:t>
            </a:r>
          </a:p>
          <a:p>
            <a:r>
              <a:rPr lang="en-US" dirty="0"/>
              <a:t>Scales linearly with data volume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2. Zero-Copy I/O</a:t>
            </a:r>
          </a:p>
          <a:p>
            <a:r>
              <a:rPr lang="en-US" dirty="0"/>
              <a:t>Kafka uses OS-level features like </a:t>
            </a:r>
            <a:r>
              <a:rPr lang="en-US" dirty="0" err="1"/>
              <a:t>sendfile</a:t>
            </a:r>
            <a:r>
              <a:rPr lang="en-US" dirty="0"/>
              <a:t>():</a:t>
            </a:r>
          </a:p>
          <a:p>
            <a:r>
              <a:rPr lang="en-US" dirty="0"/>
              <a:t>Data moves from disk to network socket </a:t>
            </a:r>
            <a:r>
              <a:rPr lang="en-US" b="1" dirty="0"/>
              <a:t>without entering user-space memory</a:t>
            </a:r>
            <a:endParaRPr lang="en-US" dirty="0"/>
          </a:p>
          <a:p>
            <a:r>
              <a:rPr lang="en-US" dirty="0"/>
              <a:t>Low CPU usage</a:t>
            </a:r>
          </a:p>
          <a:p>
            <a:r>
              <a:rPr lang="en-US" dirty="0"/>
              <a:t>High throughput under load</a:t>
            </a:r>
          </a:p>
          <a:p>
            <a:endParaRPr lang="en-US" dirty="0"/>
          </a:p>
          <a:p>
            <a:pPr algn="l"/>
            <a:endParaRPr sz="13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7D5B67-6A19-2ADA-D198-C99908610137}"/>
              </a:ext>
            </a:extLst>
          </p:cNvPr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AE0067-D863-361C-43FB-2548C7FDA70C}"/>
              </a:ext>
            </a:extLst>
          </p:cNvPr>
          <p:cNvSpPr txBox="1"/>
          <p:nvPr/>
        </p:nvSpPr>
        <p:spPr>
          <a:xfrm>
            <a:off x="3950208" y="1097280"/>
            <a:ext cx="45902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Batching and Compression</a:t>
            </a:r>
          </a:p>
          <a:p>
            <a:r>
              <a:rPr lang="en-US" dirty="0"/>
              <a:t>Kafka batches and compresses messages:</a:t>
            </a:r>
          </a:p>
          <a:p>
            <a:r>
              <a:rPr lang="en-US" dirty="0"/>
              <a:t>Reduces disk and network usage</a:t>
            </a:r>
          </a:p>
          <a:p>
            <a:r>
              <a:rPr lang="en-US" dirty="0"/>
              <a:t>Improves efficiency per I/O operation</a:t>
            </a:r>
          </a:p>
          <a:p>
            <a:r>
              <a:rPr lang="en-US" dirty="0"/>
              <a:t>Compression (Snappy, LZ4, </a:t>
            </a:r>
            <a:r>
              <a:rPr lang="en-US" dirty="0" err="1"/>
              <a:t>Zstd</a:t>
            </a:r>
            <a:r>
              <a:rPr lang="en-US" dirty="0"/>
              <a:t>) lowers footprint without much CPU cost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4. Partitioning for Scalability</a:t>
            </a:r>
          </a:p>
          <a:p>
            <a:r>
              <a:rPr lang="en-US" dirty="0"/>
              <a:t>Kafka partitions topics:</a:t>
            </a:r>
          </a:p>
          <a:p>
            <a:r>
              <a:rPr lang="en-US" dirty="0"/>
              <a:t>Parallel writes from producers</a:t>
            </a:r>
          </a:p>
          <a:p>
            <a:r>
              <a:rPr lang="en-US" dirty="0"/>
              <a:t>Parallel reads from consumer groups</a:t>
            </a:r>
          </a:p>
          <a:p>
            <a:r>
              <a:rPr lang="en-US" dirty="0"/>
              <a:t>Adding partitions = more throughput</a:t>
            </a:r>
          </a:p>
        </p:txBody>
      </p:sp>
    </p:spTree>
    <p:extLst>
      <p:ext uri="{BB962C8B-B14F-4D97-AF65-F5344CB8AC3E}">
        <p14:creationId xmlns:p14="http://schemas.microsoft.com/office/powerpoint/2010/main" val="225064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1"/>
          <p:cNvSpPr/>
          <p:nvPr/>
        </p:nvSpPr>
        <p:spPr>
          <a:xfrm>
            <a:off x="502920" y="4388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CDC Watermark In The Medallion Pipeline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2"/>
          <p:cNvSpPr/>
          <p:nvPr/>
        </p:nvSpPr>
        <p:spPr>
          <a:xfrm>
            <a:off x="521280" y="89604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Kafka carries the changes; the watermark tells each layer how far it has processed.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530280" y="6355080"/>
            <a:ext cx="1096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Rounded Rectangle 4"/>
          <p:cNvSpPr/>
          <p:nvPr/>
        </p:nvSpPr>
        <p:spPr>
          <a:xfrm>
            <a:off x="65844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Postgres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Rounded Rectangle 5"/>
          <p:cNvSpPr/>
          <p:nvPr/>
        </p:nvSpPr>
        <p:spPr>
          <a:xfrm>
            <a:off x="216720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CDC topic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ight Arrow 6"/>
          <p:cNvSpPr/>
          <p:nvPr/>
        </p:nvSpPr>
        <p:spPr>
          <a:xfrm>
            <a:off x="1993680" y="1417320"/>
            <a:ext cx="1364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ounded Rectangle 7"/>
          <p:cNvSpPr/>
          <p:nvPr/>
        </p:nvSpPr>
        <p:spPr>
          <a:xfrm>
            <a:off x="367596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Bronze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ight Arrow 8"/>
          <p:cNvSpPr/>
          <p:nvPr/>
        </p:nvSpPr>
        <p:spPr>
          <a:xfrm>
            <a:off x="3502440" y="1417320"/>
            <a:ext cx="1364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Rounded Rectangle 9"/>
          <p:cNvSpPr/>
          <p:nvPr/>
        </p:nvSpPr>
        <p:spPr>
          <a:xfrm>
            <a:off x="518472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Silver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ight Arrow 10"/>
          <p:cNvSpPr/>
          <p:nvPr/>
        </p:nvSpPr>
        <p:spPr>
          <a:xfrm>
            <a:off x="5011200" y="1417320"/>
            <a:ext cx="1364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ounded Rectangle 11"/>
          <p:cNvSpPr/>
          <p:nvPr/>
        </p:nvSpPr>
        <p:spPr>
          <a:xfrm>
            <a:off x="669348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FCE4E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Gold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Right Arrow 12"/>
          <p:cNvSpPr/>
          <p:nvPr/>
        </p:nvSpPr>
        <p:spPr>
          <a:xfrm>
            <a:off x="6519960" y="1417320"/>
            <a:ext cx="1364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Rounded Rectangle 13"/>
          <p:cNvSpPr/>
          <p:nvPr/>
        </p:nvSpPr>
        <p:spPr>
          <a:xfrm>
            <a:off x="685800" y="2423160"/>
            <a:ext cx="1874160" cy="132552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831960" y="2532960"/>
            <a:ext cx="1581480" cy="110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Watermark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Last processed source point.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Example: source.ts_ms + LSN/offset.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15"/>
          <p:cNvSpPr/>
          <p:nvPr/>
        </p:nvSpPr>
        <p:spPr>
          <a:xfrm>
            <a:off x="2788920" y="2423160"/>
            <a:ext cx="1874160" cy="132552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2935080" y="2532960"/>
            <a:ext cx="1581480" cy="110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Bronze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Append raw CDC events.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Keep op and source metadata.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17"/>
          <p:cNvSpPr/>
          <p:nvPr/>
        </p:nvSpPr>
        <p:spPr>
          <a:xfrm>
            <a:off x="4892040" y="2423160"/>
            <a:ext cx="1874160" cy="132552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5038200" y="2532960"/>
            <a:ext cx="1581480" cy="110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Silver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Apply changes in order.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Build current-state tables.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19"/>
          <p:cNvSpPr/>
          <p:nvPr/>
        </p:nvSpPr>
        <p:spPr>
          <a:xfrm>
            <a:off x="6995160" y="2423160"/>
            <a:ext cx="1691280" cy="132552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7141320" y="2532960"/>
            <a:ext cx="1398600" cy="110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Gold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Serve metrics and business-ready views.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749880" y="4251960"/>
            <a:ext cx="772632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watermark is not a Kafka feature by itself; it is a pipeline control that says how far the CDC stream has been consumed.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 a production medallion pipeline, Gold should not claim fresh metrics until Bronze and Silver have processed the expected CDC watermark.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502920" y="4388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Facts And Dimensions From CDC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521280" y="89604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Where customer and order changes land after Kafka.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530280" y="6355080"/>
            <a:ext cx="1096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4"/>
          <p:cNvSpPr/>
          <p:nvPr/>
        </p:nvSpPr>
        <p:spPr>
          <a:xfrm>
            <a:off x="777240" y="1234440"/>
            <a:ext cx="2514240" cy="146268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923400" y="1344240"/>
            <a:ext cx="2221560" cy="124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Dimension example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customers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Business entity.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Silver keeps latest customer state.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6"/>
          <p:cNvSpPr/>
          <p:nvPr/>
        </p:nvSpPr>
        <p:spPr>
          <a:xfrm>
            <a:off x="3611880" y="1234440"/>
            <a:ext cx="2514240" cy="146268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7"/>
          <p:cNvSpPr/>
          <p:nvPr/>
        </p:nvSpPr>
        <p:spPr>
          <a:xfrm>
            <a:off x="3758040" y="1344240"/>
            <a:ext cx="2221560" cy="124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Fact example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orders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Business event.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Gold measures by time, product, customer.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8"/>
          <p:cNvSpPr/>
          <p:nvPr/>
        </p:nvSpPr>
        <p:spPr>
          <a:xfrm>
            <a:off x="6446520" y="1234440"/>
            <a:ext cx="2011320" cy="146268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9"/>
          <p:cNvSpPr/>
          <p:nvPr/>
        </p:nvSpPr>
        <p:spPr>
          <a:xfrm>
            <a:off x="6592680" y="1344240"/>
            <a:ext cx="1718640" cy="124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Watermark check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Publish Gold after CDC reaches the expected point.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0"/>
          <p:cNvSpPr/>
          <p:nvPr/>
        </p:nvSpPr>
        <p:spPr>
          <a:xfrm>
            <a:off x="1051560" y="3474720"/>
            <a:ext cx="1416960" cy="56664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CDC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11"/>
          <p:cNvSpPr/>
          <p:nvPr/>
        </p:nvSpPr>
        <p:spPr>
          <a:xfrm>
            <a:off x="2779920" y="3474720"/>
            <a:ext cx="1416960" cy="56664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Bronze events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ight Arrow 12"/>
          <p:cNvSpPr/>
          <p:nvPr/>
        </p:nvSpPr>
        <p:spPr>
          <a:xfrm>
            <a:off x="2541960" y="366660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Rounded Rectangle 13"/>
          <p:cNvSpPr/>
          <p:nvPr/>
        </p:nvSpPr>
        <p:spPr>
          <a:xfrm>
            <a:off x="4507920" y="3474720"/>
            <a:ext cx="1416960" cy="56664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Silver dim/fact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ight Arrow 14"/>
          <p:cNvSpPr/>
          <p:nvPr/>
        </p:nvSpPr>
        <p:spPr>
          <a:xfrm>
            <a:off x="4270320" y="366660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ounded Rectangle 15"/>
          <p:cNvSpPr/>
          <p:nvPr/>
        </p:nvSpPr>
        <p:spPr>
          <a:xfrm>
            <a:off x="6236280" y="3474720"/>
            <a:ext cx="1416960" cy="56664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Gold KPI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ight Arrow 16"/>
          <p:cNvSpPr/>
          <p:nvPr/>
        </p:nvSpPr>
        <p:spPr>
          <a:xfrm>
            <a:off x="5998320" y="366660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17"/>
          <p:cNvSpPr/>
          <p:nvPr/>
        </p:nvSpPr>
        <p:spPr>
          <a:xfrm>
            <a:off x="749880" y="4572000"/>
            <a:ext cx="772632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Example: customer CDC feeds a customer dimension; order CDC feeds order facts.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The watermark protects freshness claims because it tells the pipeline how far the change stream has been consumed.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Methods &amp; Trade‑offs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7" name="Table 0"/>
          <p:cNvGraphicFramePr/>
          <p:nvPr/>
        </p:nvGraphicFramePr>
        <p:xfrm>
          <a:off x="457200" y="1188720"/>
          <a:ext cx="8229600" cy="2011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Method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How it works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Pros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Cons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Query‑based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Periodically query tables using timestamp or version columns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Easy to implement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Cannot detect deletes; heavy load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Trigger‑based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Database triggers write changes to audit tables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Captures inserts, updates, deletes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Requires schema changes; overhead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Log‑based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Read database transaction logs (WAL/binlog)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Low overhead, preserves order, captures deletes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Requires privileges; log formats vary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8" name="Text 1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Benefits &amp; Use Cases for using CDC</a:t>
            </a:r>
            <a:endParaRPr lang="en-IN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0"/>
          <p:cNvPicPr/>
          <p:nvPr/>
        </p:nvPicPr>
        <p:blipFill>
          <a:blip r:embed="rId3"/>
          <a:stretch/>
        </p:blipFill>
        <p:spPr>
          <a:xfrm>
            <a:off x="457200" y="11887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1"/>
          <p:cNvSpPr/>
          <p:nvPr/>
        </p:nvSpPr>
        <p:spPr>
          <a:xfrm>
            <a:off x="822960" y="123444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Real‑time analytics &amp; reporting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Image 1"/>
          <p:cNvPicPr/>
          <p:nvPr/>
        </p:nvPicPr>
        <p:blipFill>
          <a:blip r:embed="rId4"/>
          <a:stretch/>
        </p:blipFill>
        <p:spPr>
          <a:xfrm>
            <a:off x="457200" y="16459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Text 2"/>
          <p:cNvSpPr/>
          <p:nvPr/>
        </p:nvSpPr>
        <p:spPr>
          <a:xfrm>
            <a:off x="822960" y="169164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Microservices data synchronization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2"/>
          <p:cNvPicPr/>
          <p:nvPr/>
        </p:nvPicPr>
        <p:blipFill>
          <a:blip r:embed="rId5"/>
          <a:stretch/>
        </p:blipFill>
        <p:spPr>
          <a:xfrm>
            <a:off x="457200" y="21031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3"/>
          <p:cNvSpPr/>
          <p:nvPr/>
        </p:nvSpPr>
        <p:spPr>
          <a:xfrm>
            <a:off x="822960" y="214884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Cloud migration &amp; replication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Image 3"/>
          <p:cNvPicPr/>
          <p:nvPr/>
        </p:nvPicPr>
        <p:blipFill>
          <a:blip r:embed="rId6"/>
          <a:stretch/>
        </p:blipFill>
        <p:spPr>
          <a:xfrm>
            <a:off x="457200" y="25603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4"/>
          <p:cNvSpPr/>
          <p:nvPr/>
        </p:nvSpPr>
        <p:spPr>
          <a:xfrm>
            <a:off x="822960" y="260604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Audit logging &amp; compliance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Image 4"/>
          <p:cNvPicPr/>
          <p:nvPr/>
        </p:nvPicPr>
        <p:blipFill>
          <a:blip r:embed="rId7"/>
          <a:stretch/>
        </p:blipFill>
        <p:spPr>
          <a:xfrm>
            <a:off x="5486400" y="11887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 5"/>
          <p:cNvSpPr/>
          <p:nvPr/>
        </p:nvSpPr>
        <p:spPr>
          <a:xfrm>
            <a:off x="5852160" y="12344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Real‑time analytics and dashboards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Image 5"/>
          <p:cNvPicPr/>
          <p:nvPr/>
        </p:nvPicPr>
        <p:blipFill>
          <a:blip r:embed="rId7"/>
          <a:stretch/>
        </p:blipFill>
        <p:spPr>
          <a:xfrm>
            <a:off x="5486400" y="16459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6"/>
          <p:cNvSpPr/>
          <p:nvPr/>
        </p:nvSpPr>
        <p:spPr>
          <a:xfrm>
            <a:off x="5852160" y="16916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Cache invalidation &amp; search index sync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6"/>
          <p:cNvPicPr/>
          <p:nvPr/>
        </p:nvPicPr>
        <p:blipFill>
          <a:blip r:embed="rId7"/>
          <a:stretch/>
        </p:blipFill>
        <p:spPr>
          <a:xfrm>
            <a:off x="5486400" y="21031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7"/>
          <p:cNvSpPr/>
          <p:nvPr/>
        </p:nvSpPr>
        <p:spPr>
          <a:xfrm>
            <a:off x="5852160" y="21488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Microservices integration &amp; outbox pattern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Image 7"/>
          <p:cNvPicPr/>
          <p:nvPr/>
        </p:nvPicPr>
        <p:blipFill>
          <a:blip r:embed="rId7"/>
          <a:stretch/>
        </p:blipFill>
        <p:spPr>
          <a:xfrm>
            <a:off x="5486400" y="25603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8"/>
          <p:cNvSpPr/>
          <p:nvPr/>
        </p:nvSpPr>
        <p:spPr>
          <a:xfrm>
            <a:off x="5852160" y="26060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Zero‑downtime migrations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9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8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9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Real‑World CDC Implementations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Calibri"/>
              </a:rPr>
              <a:t>Industry Examples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Netflix: CDC from MySQL to Kafka for real-time personalization pipelines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Uber: Debezium for cross-datacenter MySQL replication and analytics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Zalando: CDC-based event sourcing for order management microservices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WePay: Debezium + BigQuery for real-time financial reporting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Shopify: CDC from MySQL to data warehouse for merchant analytics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Convoy: Postgres CDC with Debezium for logistics event streaming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Trivago: CDC to sync hotel data across search and recommendation engines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1: Identify the CDC Method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457200" y="1097280"/>
            <a:ext cx="822888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You will see three scenarios below. For each, decide whether it is best implemented using a query‑based, trigger‑based, or log‑based CDC method.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548640" y="201168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A legacy database cannot be modified, but you need to capture deletes.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3"/>
          <p:cNvSpPr/>
          <p:nvPr/>
        </p:nvSpPr>
        <p:spPr>
          <a:xfrm>
            <a:off x="548640" y="246888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You only need to track inserts and updates for a small table once a day.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548640" y="292608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A high‑volume transactional database where ordering of events matters.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5"/>
          <p:cNvSpPr/>
          <p:nvPr/>
        </p:nvSpPr>
        <p:spPr>
          <a:xfrm>
            <a:off x="457200" y="365760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with your group and share your answers!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Mini Exercise 1: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1">
                <a:solidFill>
                  <a:srgbClr val="002060"/>
                </a:solidFill>
                <a:latin typeface="Calibri"/>
              </a:rPr>
              <a:t>A. Legacy DB that cannot be modified, need to capture deletes: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    →  Log-based CDC — reads WAL/binlog without modifying the database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1">
                <a:solidFill>
                  <a:srgbClr val="002060"/>
                </a:solidFill>
                <a:latin typeface="Calibri"/>
              </a:rPr>
              <a:t>B. Track inserts/updates for a small table once a day: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    →  Query-based polling — simple, low volume, batch is fine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1">
                <a:solidFill>
                  <a:srgbClr val="002060"/>
                </a:solidFill>
                <a:latin typeface="Calibri"/>
              </a:rPr>
              <a:t>C. High-volume transactional DB where event ordering matters: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    →  Log-based CDC — WAL preserves commit order; trigger/query cannot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Key takeaway: Log-based CDC is the only method that captures all operations (including deletes) without modifying the source database and preserving transaction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Overview &amp; Pipeline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457200" y="1097280"/>
            <a:ext cx="5028480" cy="228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is an open‑source platform that captures row‑level changes from databases and streams them via Kafka.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It reads transaction logs (WAL/binlog) instead of querying tables, producing events with consistent ordering.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Events contain before/after values, metadata and operation type, enabling downstream services to react.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Image 0"/>
          <p:cNvPicPr/>
          <p:nvPr/>
        </p:nvPicPr>
        <p:blipFill>
          <a:blip r:embed="rId3"/>
          <a:stretch/>
        </p:blipFill>
        <p:spPr>
          <a:xfrm>
            <a:off x="5577840" y="1097280"/>
            <a:ext cx="3199680" cy="228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502920" y="4388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Connect vs Debezium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2"/>
          <p:cNvSpPr/>
          <p:nvPr/>
        </p:nvSpPr>
        <p:spPr>
          <a:xfrm>
            <a:off x="521280" y="89604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Simple difference before we configure the connector.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530280" y="6355080"/>
            <a:ext cx="1096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4"/>
          <p:cNvSpPr/>
          <p:nvPr/>
        </p:nvSpPr>
        <p:spPr>
          <a:xfrm>
            <a:off x="640080" y="1325880"/>
            <a:ext cx="2514240" cy="155412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5"/>
          <p:cNvSpPr/>
          <p:nvPr/>
        </p:nvSpPr>
        <p:spPr>
          <a:xfrm>
            <a:off x="786240" y="1435680"/>
            <a:ext cx="2221560" cy="133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02B6C"/>
                </a:solidFill>
                <a:effectLst/>
                <a:uFillTx/>
                <a:latin typeface="Calibri"/>
              </a:rPr>
              <a:t>Kafka Connect</a:t>
            </a:r>
            <a:endParaRPr lang="en-IN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</a:rPr>
              <a:t>The platform that runs connectors.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</a:rPr>
              <a:t>It manages workers, REST API, tasks, offsets.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6"/>
          <p:cNvSpPr/>
          <p:nvPr/>
        </p:nvSpPr>
        <p:spPr>
          <a:xfrm>
            <a:off x="3429000" y="1325880"/>
            <a:ext cx="2514240" cy="155412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7"/>
          <p:cNvSpPr/>
          <p:nvPr/>
        </p:nvSpPr>
        <p:spPr>
          <a:xfrm>
            <a:off x="3575160" y="1435680"/>
            <a:ext cx="2221560" cy="133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Debezium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CDC connector.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It reads database logs and creates change events.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8"/>
          <p:cNvSpPr/>
          <p:nvPr/>
        </p:nvSpPr>
        <p:spPr>
          <a:xfrm>
            <a:off x="6217920" y="1325880"/>
            <a:ext cx="2331360" cy="155412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6364080" y="1435680"/>
            <a:ext cx="2038680" cy="133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Together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Debezium runs inside Kafka Connect and writes CDC records to Kafka.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10"/>
          <p:cNvSpPr/>
          <p:nvPr/>
        </p:nvSpPr>
        <p:spPr>
          <a:xfrm>
            <a:off x="731520" y="3794760"/>
            <a:ext cx="1508400" cy="52992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Database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11"/>
          <p:cNvSpPr/>
          <p:nvPr/>
        </p:nvSpPr>
        <p:spPr>
          <a:xfrm>
            <a:off x="2496240" y="3794760"/>
            <a:ext cx="1508400" cy="52992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Debezium connector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ight Arrow 12"/>
          <p:cNvSpPr/>
          <p:nvPr/>
        </p:nvSpPr>
        <p:spPr>
          <a:xfrm>
            <a:off x="2286000" y="396864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Rounded Rectangle 13"/>
          <p:cNvSpPr/>
          <p:nvPr/>
        </p:nvSpPr>
        <p:spPr>
          <a:xfrm>
            <a:off x="4260960" y="3794760"/>
            <a:ext cx="1508400" cy="52992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Connect worker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ight Arrow 14"/>
          <p:cNvSpPr/>
          <p:nvPr/>
        </p:nvSpPr>
        <p:spPr>
          <a:xfrm>
            <a:off x="4050720" y="396864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ounded Rectangle 15"/>
          <p:cNvSpPr/>
          <p:nvPr/>
        </p:nvSpPr>
        <p:spPr>
          <a:xfrm>
            <a:off x="6026040" y="3794760"/>
            <a:ext cx="1508400" cy="52992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topic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ight Arrow 16"/>
          <p:cNvSpPr/>
          <p:nvPr/>
        </p:nvSpPr>
        <p:spPr>
          <a:xfrm>
            <a:off x="5815440" y="396864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Debezium Architecture: The Full Picture</a:t>
            </a:r>
          </a:p>
        </p:txBody>
      </p:sp>
      <p:pic>
        <p:nvPicPr>
          <p:cNvPr id="3" name="Picture 2" descr="debeziu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0" y="1100000"/>
            <a:ext cx="5200000" cy="1181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0" y="1100000"/>
            <a:ext cx="34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Architecture Components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 Source connectors read database transaction logs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 Kafka Connect manages connector lifecycle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 Events written to per-table Kafka topics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 Sink connectors deliver to downstream systems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 Offset storage tracks consumer position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100" b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800" b="0">
                <a:solidFill>
                  <a:srgbClr val="585858"/>
                </a:solidFill>
                <a:latin typeface="Calibri"/>
              </a:rPr>
              <a:t>Source: debezium.io (Apache 2.0)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Architecture Diagram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5220000" y="1188720"/>
            <a:ext cx="3923280" cy="228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1. Source connectors tail transaction logs from DBs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2. Kafka Connect executes connectors &amp; persists offsets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3. Events written to Kafka topics (one per table or pattern)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4. Sink connectors &amp; consumers deliver events to targets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92"/>
          <p:cNvPicPr/>
          <p:nvPr/>
        </p:nvPicPr>
        <p:blipFill>
          <a:blip r:embed="rId4"/>
          <a:srcRect r="-204" b="2725"/>
          <a:stretch/>
        </p:blipFill>
        <p:spPr>
          <a:xfrm>
            <a:off x="72000" y="1188720"/>
            <a:ext cx="5039280" cy="2230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Deployment Options &amp; Server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Image 0"/>
          <p:cNvPicPr/>
          <p:nvPr/>
        </p:nvPicPr>
        <p:blipFill>
          <a:blip r:embed="rId3"/>
          <a:stretch/>
        </p:blipFill>
        <p:spPr>
          <a:xfrm>
            <a:off x="457200" y="1097280"/>
            <a:ext cx="4388400" cy="237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Text 1"/>
          <p:cNvSpPr/>
          <p:nvPr/>
        </p:nvSpPr>
        <p:spPr>
          <a:xfrm>
            <a:off x="4937760" y="1097280"/>
            <a:ext cx="4114080" cy="237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 err="1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</a:t>
            </a:r>
            <a:r>
              <a:rPr lang="en-US" sz="14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 Server</a:t>
            </a:r>
            <a:endParaRPr lang="en-IN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Streams events to other messaging systems (Kinesis, Pub/Sub, Pulsar)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Deployment Options</a:t>
            </a:r>
            <a:endParaRPr lang="en-IN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Embedded in application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Standalone server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Kafka Connect (enterprise use cases)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Debezium Server: Beyond Kafka</a:t>
            </a:r>
          </a:p>
        </p:txBody>
      </p:sp>
      <p:pic>
        <p:nvPicPr>
          <p:cNvPr id="3" name="Picture 2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0" y="1100000"/>
            <a:ext cx="5200000" cy="24858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0" y="1100000"/>
            <a:ext cx="34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Debezium Server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 Standalone application (no Kafka Connect needed)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 Streams CDC events to non-Kafka sinks: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Calibri"/>
              </a:rPr>
              <a:t>    –  Amazon Kinesis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Calibri"/>
              </a:rPr>
              <a:t>    –  Google Cloud Pub/Sub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Calibri"/>
              </a:rPr>
              <a:t>    –  Apache Pulsar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Calibri"/>
              </a:rPr>
              <a:t>    –  Azure Event Hubs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 Useful when Kafka isn't available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100" b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800" b="0">
                <a:solidFill>
                  <a:srgbClr val="585858"/>
                </a:solidFill>
                <a:latin typeface="Calibri"/>
              </a:rPr>
              <a:t>Source: debezium.io (Apache 2.0)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Events &amp; Snapshot Modes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457200" y="1188720"/>
            <a:ext cx="4296960" cy="228528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"before": { "id": 1, "name": "Alice"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"after": { "id": 1, "name": "Alicia"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"source": { "db": "inventory", "table": "customers"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"op": "u",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"ts_ms": 1680023456789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"/>
          <p:cNvSpPr/>
          <p:nvPr/>
        </p:nvSpPr>
        <p:spPr>
          <a:xfrm>
            <a:off x="5029200" y="1188720"/>
            <a:ext cx="4114080" cy="228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Event Fields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before / after: row state around the commit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source: database, table and log position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op: r=snapshot, c=create, u=update, d=delete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ts_ms: connector processing timestamp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Snapshot Behaviour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initial: baseline snapshot only when no stored offset exists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no_data: skip table snapshot and stream new log changes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incremental: initiated later through a Debezium signal while streaming continues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Choosing a Snapshot Mode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When to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Behavior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initial (default)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First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Full snapshot then stream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initial_only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One-time data 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Snapshot only, no streaming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Table already in Kafka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Stream only, skip snapshot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always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After failover /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Re-snapshot every restart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when_needed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Auto-recovery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Snapshot if offsets lost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00000"/>
            <a:ext cx="822888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>
                <a:solidFill>
                  <a:srgbClr val="002060"/>
                </a:solidFill>
                <a:latin typeface="Calibri"/>
              </a:rPr>
              <a:t>Decision Guide: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New connector? → initial (default)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Adding tables later? → Use incremental snapshot signal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Migrating to new Kafka cluster? → always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Table data loaded via COPY? → Incremental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8979B9-1472-C537-D03C-03AC4860CC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15"/>
            <a:ext cx="9144000" cy="6617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179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Durability &amp; Fault Tolerance</a:t>
            </a:r>
            <a:endParaRPr lang="en-IN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457200" y="1188720"/>
            <a:ext cx="4305300" cy="228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Kafka Connect stores connector offsets so </a:t>
            </a:r>
            <a:r>
              <a:rPr lang="en-US" sz="12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Debezium</a:t>
            </a: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can resume after restart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A restart can redeliver records around recovery; downstream writes should be idempotent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Heartbeats help advance WAL positions during quiet tables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5120640" y="1188720"/>
            <a:ext cx="3839760" cy="228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Initial snapshot records use op=r; subsequent committed changes stream from WAL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Incremental snapshots run in chunks when triggered through signaling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Monitor connector status, lag, slot health and failed tasks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Replication Slots &amp; Offset Management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4114080" cy="4920640"/>
          </a:xfrm>
          <a:prstGeom prst="round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2060"/>
                </a:solidFill>
                <a:latin typeface="Calibri"/>
              </a:rPr>
              <a:t>Replication Slots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Track consumer position in WAL stream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Prevent WAL segments from being recycled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One slot per connector (never share!)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Inactive slots cause WAL accumulation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Monitor with pg_replication_slots view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slot.name config property sets the name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097280"/>
            <a:ext cx="4114080" cy="4920640"/>
          </a:xfrm>
          <a:prstGeom prst="round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2060"/>
                </a:solidFill>
                <a:latin typeface="Calibri"/>
              </a:rPr>
              <a:t>Offset Storage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Kafka Connect stores offsets in internal topic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Contains LSN (Log Sequence Number) position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Enables resume after restart or failure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Offset flush interval: offset.flush.interval.ms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On restart: reads offset → seeks to LSN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Exactly-once within Kafka (idempotent)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: Decoding an Event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457200" y="1097280"/>
            <a:ext cx="822888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Examine the following event JSON and answer: what operation occurred, and which fields changed?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457200" y="1920240"/>
            <a:ext cx="4571280" cy="210240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"before": { "id": 3, "balance": 200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"after": { "id": 3, "balance": 250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"source": { "db": "bank", "table": "accounts"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"op": "u",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"ts_ms": 1680023459999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5303520" y="1920240"/>
            <a:ext cx="3199680" cy="21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with your partner and share your findings.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Mini Exercise 2: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>
                <a:solidFill>
                  <a:srgbClr val="002060"/>
                </a:solidFill>
                <a:latin typeface="Calibri"/>
              </a:rPr>
              <a:t>Event JSON Analysis: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400" b="1">
              <a:solidFill>
                <a:srgbClr val="002060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1">
                <a:solidFill>
                  <a:srgbClr val="2E7D32"/>
                </a:solidFill>
                <a:latin typeface="Calibri"/>
              </a:rPr>
              <a:t>Operation: UPDATE (op = 'u')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300" b="1">
              <a:solidFill>
                <a:srgbClr val="2E7D32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1">
                <a:solidFill>
                  <a:srgbClr val="002060"/>
                </a:solidFill>
                <a:latin typeface="Calibri"/>
              </a:rPr>
              <a:t>What changed: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before.balance = 200  →  after.balance = 250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The balance field increased by 50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1">
                <a:solidFill>
                  <a:srgbClr val="002060"/>
                </a:solidFill>
                <a:latin typeface="Calibri"/>
              </a:rPr>
              <a:t>How to identify the operation: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op='c' → CREATE (insert)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op='u' →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op='d' → DELETE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op='r' → READ (snapshot)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op='t' → TRUNCATE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Connector Landscape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"/>
          <p:cNvSpPr/>
          <p:nvPr/>
        </p:nvSpPr>
        <p:spPr>
          <a:xfrm>
            <a:off x="457200" y="128016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FBE9E7"/>
          </a:solidFill>
          <a:ln w="12700">
            <a:solidFill>
              <a:srgbClr val="DDDD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48640" y="137160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MySQL: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Reads MySQL binlog; supports GTID and TTL; needs replica user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457200" y="178308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E8EAF6"/>
          </a:solidFill>
          <a:ln w="12700">
            <a:solidFill>
              <a:srgbClr val="DDDD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48640" y="187452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PostgreSQL: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Uses logical replication (WAL); supports slot &amp; publication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"/>
          <p:cNvSpPr/>
          <p:nvPr/>
        </p:nvSpPr>
        <p:spPr>
          <a:xfrm>
            <a:off x="457200" y="228600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FFFDE7"/>
          </a:solidFill>
          <a:ln w="12700">
            <a:solidFill>
              <a:srgbClr val="DDDD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548640" y="237744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SQL Server: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Uses SQL Server CDC; requires enabling CDC on tables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7"/>
          <p:cNvSpPr/>
          <p:nvPr/>
        </p:nvSpPr>
        <p:spPr>
          <a:xfrm>
            <a:off x="457200" y="278892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DDDD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548640" y="288036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Oracle: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Uses LogMiner; container or library; additional license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9"/>
          <p:cNvSpPr/>
          <p:nvPr/>
        </p:nvSpPr>
        <p:spPr>
          <a:xfrm>
            <a:off x="457200" y="329184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F3E5F5"/>
          </a:solidFill>
          <a:ln w="12700">
            <a:solidFill>
              <a:srgbClr val="DDDD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10"/>
          <p:cNvSpPr/>
          <p:nvPr/>
        </p:nvSpPr>
        <p:spPr>
          <a:xfrm>
            <a:off x="548640" y="338328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MongoDB: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Tails the Oplog; supports change streams; no schema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1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Picture 17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000" y="3800000"/>
            <a:ext cx="2600000" cy="59077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MySQL &amp; PostgreSQL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"/>
          <p:cNvSpPr/>
          <p:nvPr/>
        </p:nvSpPr>
        <p:spPr>
          <a:xfrm>
            <a:off x="457200" y="1097280"/>
            <a:ext cx="4114080" cy="2193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548640" y="1188720"/>
            <a:ext cx="3931200" cy="201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MySQL Connector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Tails the MySQL binlog (row/statement/mixed mode)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Supports GTID, failover, timezone handling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Requires replication user &amp; binlog format ROW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3"/>
          <p:cNvSpPr/>
          <p:nvPr/>
        </p:nvSpPr>
        <p:spPr>
          <a:xfrm>
            <a:off x="4572000" y="1097280"/>
            <a:ext cx="4114080" cy="2193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4663440" y="1188720"/>
            <a:ext cx="3931200" cy="201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PostgreSQL Connector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Uses logical replication publications &amp; slots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Requires slot &amp; publication privileges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Supports incremental snapshots &amp; table filtering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PostgreSQL: WAL &amp; Logical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Calibri"/>
              </a:rPr>
              <a:t>Logical Decoding Pipeline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PostgreSQL writes every change to WAL (Write-Ahead Log)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pgoutput plugin converts WAL to logical replication messages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Debezium creates a replication slot + publication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Publication defines which tables to capture (table.include.list)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Slot tracks position; WAL retained until slot acknowledges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REPLICA IDENTITY FULL needed for complete before images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00000"/>
            <a:ext cx="8228880" cy="220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-- Create publication for specific tables
CREATE PUBLICATION </a:t>
            </a:r>
            <a:r>
              <a:rPr sz="1000" b="1" dirty="0" err="1">
                <a:solidFill>
                  <a:srgbClr val="333333"/>
                </a:solidFill>
              </a:rPr>
              <a:t>dbz_pub</a:t>
            </a:r>
            <a:r>
              <a:rPr sz="1000" b="1" dirty="0">
                <a:solidFill>
                  <a:srgbClr val="333333"/>
                </a:solidFill>
              </a:rPr>
              <a:t> FOR TABLE customers, orders;
-- Set REPLICA IDENTITY for full before/after
ALTER TABLE customers REPLICA IDENTITY FULL;
-- Check slot status
SELECT </a:t>
            </a:r>
            <a:r>
              <a:rPr sz="1000" b="1" dirty="0" err="1">
                <a:solidFill>
                  <a:srgbClr val="333333"/>
                </a:solidFill>
              </a:rPr>
              <a:t>slot_name</a:t>
            </a:r>
            <a:r>
              <a:rPr sz="1000" b="1" dirty="0">
                <a:solidFill>
                  <a:srgbClr val="333333"/>
                </a:solidFill>
              </a:rPr>
              <a:t>, active, </a:t>
            </a:r>
            <a:r>
              <a:rPr sz="1000" b="1" dirty="0" err="1">
                <a:solidFill>
                  <a:srgbClr val="333333"/>
                </a:solidFill>
              </a:rPr>
              <a:t>pg_wal_lsn_diff</a:t>
            </a:r>
            <a:r>
              <a:rPr sz="1000" b="1" dirty="0">
                <a:solidFill>
                  <a:srgbClr val="333333"/>
                </a:solidFill>
              </a:rPr>
              <a:t>(
  </a:t>
            </a:r>
            <a:r>
              <a:rPr sz="1000" b="1" dirty="0" err="1">
                <a:solidFill>
                  <a:srgbClr val="333333"/>
                </a:solidFill>
              </a:rPr>
              <a:t>pg_current_wal_lsn</a:t>
            </a:r>
            <a:r>
              <a:rPr sz="1000" b="1" dirty="0">
                <a:solidFill>
                  <a:srgbClr val="333333"/>
                </a:solidFill>
              </a:rPr>
              <a:t>(), </a:t>
            </a:r>
            <a:r>
              <a:rPr sz="1000" b="1" dirty="0" err="1">
                <a:solidFill>
                  <a:srgbClr val="333333"/>
                </a:solidFill>
              </a:rPr>
              <a:t>confirmed_flush_lsn</a:t>
            </a:r>
            <a:r>
              <a:rPr sz="1000" b="1" dirty="0">
                <a:solidFill>
                  <a:srgbClr val="333333"/>
                </a:solidFill>
              </a:rPr>
              <a:t>
) AS </a:t>
            </a:r>
            <a:r>
              <a:rPr sz="1000" b="1" dirty="0" err="1">
                <a:solidFill>
                  <a:srgbClr val="333333"/>
                </a:solidFill>
              </a:rPr>
              <a:t>lag_bytes</a:t>
            </a:r>
            <a:r>
              <a:rPr sz="1000" b="1" dirty="0">
                <a:solidFill>
                  <a:srgbClr val="333333"/>
                </a:solidFill>
              </a:rPr>
              <a:t> FROM </a:t>
            </a:r>
            <a:r>
              <a:rPr sz="1000" b="1" dirty="0" err="1">
                <a:solidFill>
                  <a:srgbClr val="333333"/>
                </a:solidFill>
              </a:rPr>
              <a:t>pg_replication_slots</a:t>
            </a:r>
            <a:r>
              <a:rPr sz="1000" b="1" dirty="0">
                <a:solidFill>
                  <a:srgbClr val="333333"/>
                </a:solidFill>
              </a:rPr>
              <a:t>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Other Database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457200" y="1188720"/>
            <a:ext cx="8228880" cy="201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SQL Server: Reads CDC tables, requires enabling CDC on each table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Oracle: Uses LogMiner and Mining server, supports RAC/ASM; licensing considerations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MongoDB: Tails the Oplog or Change Streams for replica sets and sharded clusters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Db2, Vitess: Support transaction log capture with similar semantics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Sink Connectors &amp; Transforms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457200" y="1188720"/>
            <a:ext cx="8228880" cy="219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ea typeface="Calibri"/>
              </a:rPr>
              <a:t>• Sink connectors deliver events to Elasticsearch, </a:t>
            </a:r>
            <a:r>
              <a:rPr lang="en-US" sz="2000" b="0" u="none" strike="noStrike" dirty="0" err="1">
                <a:solidFill>
                  <a:srgbClr val="333333"/>
                </a:solidFill>
                <a:effectLst/>
                <a:uFillTx/>
                <a:ea typeface="Calibri"/>
              </a:rPr>
              <a:t>BigQuery</a:t>
            </a: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ea typeface="Calibri"/>
              </a:rPr>
              <a:t>, S3, Kinesis, etc.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ea typeface="Calibri"/>
              </a:rPr>
              <a:t>• Single Message Transforms (SMT) modify records: </a:t>
            </a:r>
            <a:r>
              <a:rPr lang="en-US" sz="2000" b="0" u="none" strike="noStrike" dirty="0" err="1">
                <a:solidFill>
                  <a:srgbClr val="333333"/>
                </a:solidFill>
                <a:effectLst/>
                <a:uFillTx/>
                <a:ea typeface="Calibri"/>
              </a:rPr>
              <a:t>ExtractNewRecordState</a:t>
            </a: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ea typeface="Calibri"/>
              </a:rPr>
              <a:t>, </a:t>
            </a:r>
            <a:r>
              <a:rPr lang="en-US" sz="2000" b="0" u="none" strike="noStrike" dirty="0" err="1">
                <a:solidFill>
                  <a:srgbClr val="333333"/>
                </a:solidFill>
                <a:effectLst/>
                <a:uFillTx/>
                <a:ea typeface="Calibri"/>
              </a:rPr>
              <a:t>UnwrapFromEnvelope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ea typeface="Calibri"/>
              </a:rPr>
              <a:t>• Topic routing transforms rename topics based on table or schema name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ea typeface="Calibri"/>
              </a:rPr>
              <a:t>• Heartbeat topics emit periodic messages to maintain offset progress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8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SMT Pipeline: ExtractNewRecordState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4114080" cy="4920640"/>
          </a:xfrm>
          <a:prstGeom prst="round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2060"/>
                </a:solidFill>
                <a:latin typeface="Calibri"/>
              </a:rPr>
              <a:t>Envelope Format (Default)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Nested structure with before/after/source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Full audit trail with previous values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Larger message size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Ideal for: audit logs, replay, debugging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{ "before": {...},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  "after": {...},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  "source": {...},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  "op": "u" 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097280"/>
            <a:ext cx="4114080" cy="4920640"/>
          </a:xfrm>
          <a:prstGeom prst="round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002060"/>
                </a:solidFill>
                <a:latin typeface="Calibri"/>
              </a:rPr>
              <a:t>Flat Format (with SMT)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•  Top-level fields only (after values)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•  __op, __table metadata added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•  __deleted field for delete events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•  Ideal for: sinks, warehouses, search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• 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•  { "id": 1,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•    "name": "Alice",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•    "__op": "u",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•    "__deleted": false 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Advantages &amp; Limitations of using </a:t>
            </a:r>
            <a:r>
              <a:rPr lang="en-US" sz="2200" b="1" u="none" strike="noStrike" dirty="0" err="1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Debizium</a:t>
            </a:r>
            <a:endParaRPr lang="en-IN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"/>
          <p:cNvSpPr/>
          <p:nvPr/>
        </p:nvSpPr>
        <p:spPr>
          <a:xfrm>
            <a:off x="457200" y="1097280"/>
            <a:ext cx="3931200" cy="2468160"/>
          </a:xfrm>
          <a:prstGeom prst="roundRect">
            <a:avLst>
              <a:gd name="adj" fmla="val 3704"/>
            </a:avLst>
          </a:prstGeom>
          <a:solidFill>
            <a:srgbClr val="E8F5E9"/>
          </a:solidFill>
          <a:ln w="12700">
            <a:solidFill>
              <a:srgbClr val="C8E6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502920" y="1143000"/>
            <a:ext cx="3839760" cy="237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Pros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Log-based capture is efficient &amp; consistent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Supports snapshots &amp; incremental snapshots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Broad ecosystem of connectors &amp; SMT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Compatible with Kafka Connect &amp; KRaft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3"/>
          <p:cNvSpPr/>
          <p:nvPr/>
        </p:nvSpPr>
        <p:spPr>
          <a:xfrm>
            <a:off x="4572000" y="1097280"/>
            <a:ext cx="3931200" cy="2468160"/>
          </a:xfrm>
          <a:prstGeom prst="roundRect">
            <a:avLst>
              <a:gd name="adj" fmla="val 3704"/>
            </a:avLst>
          </a:prstGeom>
          <a:solidFill>
            <a:srgbClr val="FFEBEE"/>
          </a:solidFill>
          <a:ln w="12700">
            <a:solidFill>
              <a:srgbClr val="FFCDD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4617720" y="1143000"/>
            <a:ext cx="3839760" cy="237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Cons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Requires DB log privileges (binlog/WAL)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Heavy snapshots on large tables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Limited DDL support; schema changes may break connectors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Complexity of deployment &amp; tuning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Production CDC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Calibri"/>
              </a:rPr>
              <a:t>Deployment &amp; Operations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Always set REPLICA IDENTITY FULL on captured tables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Use heartbeat.interval.ms to prevent WAL bloat on low-traffic DBs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Monitor replication slot lag — alert if &gt; 100 MB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Set slot.drop.on.stop=false in production (true only for testing)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Use incremental snapshots instead of restarting with snapshot.mode=initial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Configure signal.data.collection for operational control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Set heartbeat.action.query to keep WAL position current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Use separate replication slot per connector (never share)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Monitor pg_replication_slots and connector /status endpoint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Plan for schema evolution: test ALTER TABLE impact before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  [3]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3: Match the Connector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457200" y="109728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Match each database with the appropriate Debezium connector: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Table 0"/>
          <p:cNvGraphicFramePr/>
          <p:nvPr/>
        </p:nvGraphicFramePr>
        <p:xfrm>
          <a:off x="914400" y="1828800"/>
          <a:ext cx="7315200" cy="123444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Database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Connector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Oracle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MongoDB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SQL Server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MySQL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8" name="Text 2"/>
          <p:cNvSpPr/>
          <p:nvPr/>
        </p:nvSpPr>
        <p:spPr>
          <a:xfrm>
            <a:off x="457200" y="310896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with your neighbour to fill in the blanks.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Mini Exercise 3: Answers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Connector / Mechanism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MySQL 8.0 with GTID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MySQL Connector — reads binlog with GTID tracking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PostgreSQL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PostgreSQL Connector — pgoutput logical replication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SQL Server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SQL Server Connector — reads CDC tables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MongoDB 6.0 replica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MongoDB Connector — change streams (oplog)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Oracle 19c 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Oracle Connector — LogMiner (additional license)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400000"/>
            <a:ext cx="822888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>
                <a:solidFill>
                  <a:srgbClr val="002060"/>
                </a:solidFill>
                <a:latin typeface="Calibri"/>
              </a:rPr>
              <a:t>Key Differentiators: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MySQL uses binary log (row format required)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PostgreSQL uses logical decoding with replication slots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MongoDB uses oplog / change streams (no schema)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Oracle requires LogMiner and has licensing considerations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Environment Requirements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0"/>
          <p:cNvPicPr/>
          <p:nvPr/>
        </p:nvPicPr>
        <p:blipFill>
          <a:blip r:embed="rId3"/>
          <a:stretch/>
        </p:blipFill>
        <p:spPr>
          <a:xfrm>
            <a:off x="457200" y="128016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Text 1"/>
          <p:cNvSpPr/>
          <p:nvPr/>
        </p:nvSpPr>
        <p:spPr>
          <a:xfrm>
            <a:off x="822960" y="132588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Kafka cluster (KRaft or ZooKeeper)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1"/>
          <p:cNvPicPr/>
          <p:nvPr/>
        </p:nvPicPr>
        <p:blipFill>
          <a:blip r:embed="rId4"/>
          <a:stretch/>
        </p:blipFill>
        <p:spPr>
          <a:xfrm>
            <a:off x="457200" y="169164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2"/>
          <p:cNvSpPr/>
          <p:nvPr/>
        </p:nvSpPr>
        <p:spPr>
          <a:xfrm>
            <a:off x="822960" y="173736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Source database (e.g., Postgres with logical replication)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5" name="Image 2"/>
          <p:cNvPicPr/>
          <p:nvPr/>
        </p:nvPicPr>
        <p:blipFill>
          <a:blip r:embed="rId5"/>
          <a:stretch/>
        </p:blipFill>
        <p:spPr>
          <a:xfrm>
            <a:off x="457200" y="21031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 3"/>
          <p:cNvSpPr/>
          <p:nvPr/>
        </p:nvSpPr>
        <p:spPr>
          <a:xfrm>
            <a:off x="822960" y="214884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Kafka Connect &amp; Debezium plugin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3"/>
          <p:cNvPicPr/>
          <p:nvPr/>
        </p:nvPicPr>
        <p:blipFill>
          <a:blip r:embed="rId6"/>
          <a:stretch/>
        </p:blipFill>
        <p:spPr>
          <a:xfrm>
            <a:off x="457200" y="251460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4"/>
          <p:cNvSpPr/>
          <p:nvPr/>
        </p:nvSpPr>
        <p:spPr>
          <a:xfrm>
            <a:off x="822960" y="256032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Schema Registry (for Avro/JSON if needed)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9" name="Image 4"/>
          <p:cNvPicPr/>
          <p:nvPr/>
        </p:nvPicPr>
        <p:blipFill>
          <a:blip r:embed="rId7"/>
          <a:stretch/>
        </p:blipFill>
        <p:spPr>
          <a:xfrm>
            <a:off x="457200" y="292608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 5"/>
          <p:cNvSpPr/>
          <p:nvPr/>
        </p:nvSpPr>
        <p:spPr>
          <a:xfrm>
            <a:off x="822960" y="297180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Client to consume events (Kafka console consumer or Python consumer)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8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 Answers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457200" y="1188720"/>
            <a:ext cx="8228880" cy="21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1. C - Log-based streaming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2. B - A snapshot record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3. A - </a:t>
            </a:r>
            <a:r>
              <a:rPr lang="en-US" sz="1200" b="0" u="none" strike="noStrike" dirty="0" err="1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tasks.max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4. B - Send an execute-snapshot signal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5. A - Removes the envelope and exposes row state (configure delete handling deliberately)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[3]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6"/>
              </a:rPr>
              <a:t>[4]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7"/>
              </a:rPr>
              <a:t>[5]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Kafka Connect REST API Reference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3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r>
                        <a:rPr sz="1100" b="1" dirty="0">
                          <a:latin typeface="Calibri"/>
                        </a:rPr>
                        <a:t>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Endpoint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List connectors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/connectors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Create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/connectors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Get connector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/connectors/{name}/status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Get connector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/connectors/{name}/config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Update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/connectors/{name}/config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Pause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/connectors/{name}/pause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Resume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/connectors/{name}/resume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Restart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/connectors/{name}/restart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Restart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/connectors/{name}/tasks/{id}/restart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Delete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DELETE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/connectors/{name}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00000"/>
            <a:ext cx="822888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b="0">
                <a:solidFill>
                  <a:srgbClr val="585858"/>
                </a:solidFill>
                <a:latin typeface="Calibri"/>
              </a:rPr>
              <a:t>Base URL: http://localhost:8083  |  All responses are JSON  |  PUT config requires full config 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Heartbeats, Transforms &amp; Monitoring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457200" y="1280160"/>
            <a:ext cx="8228880" cy="274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Heartbeats</a:t>
            </a:r>
            <a:endParaRPr lang="en-IN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heartbeat.interval.ms: emit heartbeat records to maintain offset commits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heartbeat.topics.prefix</a:t>
            </a: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: name prefix for heartbeat topics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Transforms (SMT)</a:t>
            </a:r>
            <a:endParaRPr lang="en-IN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ExtractNewRecordState</a:t>
            </a: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: flatten record to after state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UnwrapFromEnvelope</a:t>
            </a: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: remove metadata envelopes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TopicRename</a:t>
            </a: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: change output topic names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Monitoring</a:t>
            </a:r>
            <a:endParaRPr lang="en-IN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Monitor lag via JMX or Connect API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Adjust </a:t>
            </a:r>
            <a:r>
              <a:rPr lang="en-US" sz="11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tasks.max</a:t>
            </a: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and </a:t>
            </a:r>
            <a:r>
              <a:rPr lang="en-US" sz="11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max.batch.size</a:t>
            </a:r>
            <a:r>
              <a:rPr lang="en-US" sz="11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for throughput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Envelope vs Flat: Format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24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Envelope (default)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Flat (ExtractNewRecordState)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Nested: before/after/source/op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Flat: column values at top 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Before 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Yes — full old row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 — lost (only after)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source block with LSN, ts_ms, txId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__op, __table, __lsn, __source.ts_ms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Delete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Tombstone record (key + null value)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__deleted=true with row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Message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Larger (2x–3x)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Smaller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Audit, replay, fraud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Sinks, warehouses, search indices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00000"/>
            <a:ext cx="822888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1">
                <a:solidFill>
                  <a:srgbClr val="002060"/>
                </a:solidFill>
                <a:latin typeface="Calibri"/>
              </a:rPr>
              <a:t>Configuration for flat format: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"transforms": "unwrap"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"transforms.unwrap.type": "io.debezium.transforms.ExtractNewRecordState"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"transforms.unwrap.add.fields": "op,table,lsn,source.ts_ms"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"transforms.unwrap.delete.tombstone.handling.mode": "rewrite"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Advanced Tuning &amp; KRaft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457200" y="1280160"/>
            <a:ext cx="8228880" cy="228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Set </a:t>
            </a:r>
            <a:r>
              <a:rPr lang="en-US" sz="20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tasks.max</a:t>
            </a: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to adjust number of parallel tasks per connector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Increase </a:t>
            </a:r>
            <a:r>
              <a:rPr lang="en-US" sz="20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max.batch.size</a:t>
            </a: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&amp; </a:t>
            </a:r>
            <a:r>
              <a:rPr lang="en-US" sz="20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max.queue.size</a:t>
            </a: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for high throughput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Tune heartbeat.interval.ms &amp; </a:t>
            </a:r>
            <a:r>
              <a:rPr lang="en-US" sz="20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min.insync.replicas</a:t>
            </a: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for durability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With Kafka 4.x </a:t>
            </a:r>
            <a:r>
              <a:rPr lang="en-US" sz="20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KRaft</a:t>
            </a: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mode, ensure controller &amp; broker nodes have sufficient quorum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Review connector task logs &amp; metrics to detect lags and backpressure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WAL Disk Space &amp;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Calibri"/>
              </a:rPr>
              <a:t>Common WAL Issues &amp; Solutions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Problem: WAL files growing unboundedly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  → Cause: Inactive replication slot retaining WAL segments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  → Fix: Drop orphaned slots or resume the connector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Problem: High-traffic DB on same host as low-traffic captured DB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  → Cause: CDC connector can't acknowledge LSN fast enough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  → Fix: Set heartbeat.interval.ms and heartbeat.action.query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Problem: Connector restart causes re-snapshot of entire database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  → Cause: snapshot.mode=always or offsets lost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  → Fix: Use snapshot.mode=initial (default) and never drop the offset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Schema Evolution &amp; CDC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4114080" cy="4920640"/>
          </a:xfrm>
          <a:prstGeom prst="round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2060"/>
                </a:solidFill>
                <a:latin typeface="Calibri"/>
              </a:rPr>
              <a:t>Schema Changes Debezium Handles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ADD COLUMN — new field in future events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ADD COLUMN with DEFAULT — no CDC events for existing rows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ALTER COLUMN type — schema refresh, new type in events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RENAME COLUMN — treated as drop + add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DROP COLUMN — field disappears from future events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097280"/>
            <a:ext cx="4114080" cy="4920640"/>
          </a:xfrm>
          <a:prstGeom prst="round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2060"/>
                </a:solidFill>
                <a:latin typeface="Calibri"/>
              </a:rPr>
              <a:t>Best Practices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Test ALTER TABLE in staging first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Use Avro + Schema Registry for schema evolution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Forward compatibility: add columns, don't remove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Never run DDL during incremental snapshot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Use schema.refresh.mode=columns_diff (default)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Hands‑On Lab: Capture Database Changes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457200" y="1188720"/>
            <a:ext cx="8228880" cy="228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In this lab you will: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Start a local Kafka &amp; Postgres cluster using Docker Compose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Create a sample table and insert initial data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Deploy a Debezium Postgres connector via REST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Produce updates and observe events using Kafka console consumer or Python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Explore event structure and snapshot vs streaming phases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Box 1"/>
          <p:cNvSpPr/>
          <p:nvPr/>
        </p:nvSpPr>
        <p:spPr>
          <a:xfrm>
            <a:off x="502920" y="4388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Important Points To Note: Cross-Platform Commands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2"/>
          <p:cNvSpPr/>
          <p:nvPr/>
        </p:nvSpPr>
        <p:spPr>
          <a:xfrm>
            <a:off x="530280" y="6355080"/>
            <a:ext cx="1096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360" tIns="18360" rIns="18360" bIns="183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ounded Rectangle 3"/>
          <p:cNvSpPr/>
          <p:nvPr/>
        </p:nvSpPr>
        <p:spPr>
          <a:xfrm>
            <a:off x="685800" y="1234440"/>
            <a:ext cx="2514240" cy="118836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4"/>
          <p:cNvSpPr/>
          <p:nvPr/>
        </p:nvSpPr>
        <p:spPr>
          <a:xfrm>
            <a:off x="831960" y="1344240"/>
            <a:ext cx="2221560" cy="96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Docker CLI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Use docker compose commands in any terminal.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5"/>
          <p:cNvSpPr/>
          <p:nvPr/>
        </p:nvSpPr>
        <p:spPr>
          <a:xfrm>
            <a:off x="3474720" y="1234440"/>
            <a:ext cx="2514240" cy="118836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3620880" y="1344240"/>
            <a:ext cx="2221560" cy="96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curl for REST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Use curl for Kafka Connect API calls.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ounded Rectangle 7"/>
          <p:cNvSpPr/>
          <p:nvPr/>
        </p:nvSpPr>
        <p:spPr>
          <a:xfrm>
            <a:off x="6263640" y="1234440"/>
            <a:ext cx="2011320" cy="118836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8"/>
          <p:cNvSpPr/>
          <p:nvPr/>
        </p:nvSpPr>
        <p:spPr>
          <a:xfrm>
            <a:off x="6409800" y="1344240"/>
            <a:ext cx="1718640" cy="96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localhost ports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Kafka 9092, UI 8080, Connect 8083, Postgres 5432.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9"/>
          <p:cNvSpPr/>
          <p:nvPr/>
        </p:nvSpPr>
        <p:spPr>
          <a:xfrm>
            <a:off x="868680" y="3291840"/>
            <a:ext cx="7314840" cy="822600"/>
          </a:xfrm>
          <a:prstGeom prst="rect">
            <a:avLst/>
          </a:prstGeom>
          <a:solidFill>
            <a:srgbClr val="EDEDED"/>
          </a:solidFill>
          <a:ln>
            <a:solidFill>
              <a:srgbClr val="E0E0E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0"/>
          <p:cNvSpPr/>
          <p:nvPr/>
        </p:nvSpPr>
        <p:spPr>
          <a:xfrm>
            <a:off x="978480" y="3401640"/>
            <a:ext cx="709524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cd Week_01/Day_04/Lab_Files_Client_Ready</a:t>
            </a:r>
            <a:br>
              <a:rPr sz="1200"/>
            </a:b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docker compose up -d</a:t>
            </a:r>
            <a:br>
              <a:rPr sz="1200"/>
            </a:b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curl -s http://localhost:8083/connectors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Lab Steps &amp; Commands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457200" y="1188720"/>
            <a:ext cx="8228880" cy="365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1. Start the lab stack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cd Week_01/Day_04/Lab_Files_Client_Ready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docker compose up -d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2. Register the Debezium connector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curl -s -X POST http://localhost:8083/connectors ...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3. Change source data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docker compose exec -T postgres psql ...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4. Observe CDC records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docker compose exec -T kafka kafka-console-consumer ...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Full commands are in the lab guide.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1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Which CDC method minimizes database load while capturing inserts, updates and deletes in order?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Query‑based polling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Trigger‑based logging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Log‑based streaming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Periodic ETL batch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Quiz Question 1: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Calibri"/>
              </a:rPr>
              <a:t>Which CDC method minimizes database load while capturing inserts, updates and deletes in order?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400" b="1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2E7D32"/>
                </a:solidFill>
                <a:latin typeface="Calibri"/>
              </a:rPr>
              <a:t>✓  C. Log-based streaming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800" b="1">
              <a:solidFill>
                <a:srgbClr val="2E7D32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>
                <a:solidFill>
                  <a:srgbClr val="002060"/>
                </a:solidFill>
                <a:latin typeface="Calibri"/>
              </a:rPr>
              <a:t>Why: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Reads the transaction log (WAL/binlog) — no queries on source tables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Captures all operation types including deletes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Preserves commit order from the transaction log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Query-based polling requires table scans and cannot detect deletes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Trigger-based adds overhead to every write 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2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In a Debezium event record, what does the "op" field value "r" indicate?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A delete operation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A snapshot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An update operation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A heartbeat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Quiz Question 2: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Calibri"/>
              </a:rPr>
              <a:t>In a Debezium event record, what does the "op" field value "r" indicate?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400" b="1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2E7D32"/>
                </a:solidFill>
                <a:latin typeface="Calibri"/>
              </a:rPr>
              <a:t>✓  B. A snapshot record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800" b="1">
              <a:solidFill>
                <a:srgbClr val="2E7D32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>
                <a:solidFill>
                  <a:srgbClr val="002060"/>
                </a:solidFill>
                <a:latin typeface="Calibri"/>
              </a:rPr>
              <a:t>Explanation: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op='r' stands for READ — the row was captured during an initial snapshot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Snapshot events have before=null and after={full row data}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After the snapshot completes, real-time events use op='c', 'u', 'd', or 't'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3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Which connector property controls the number of parallel tasks for a </a:t>
            </a:r>
            <a:r>
              <a:rPr lang="en-US" sz="12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Debezium</a:t>
            </a: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connector?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</a:t>
            </a:r>
            <a:r>
              <a:rPr lang="en-US" sz="1200" b="0" u="none" strike="noStrike" dirty="0" err="1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tasks.max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snapshot.mode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heartbeat.interval.ms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max.batch.size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Quiz Question 3: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dirty="0"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 dirty="0">
                <a:solidFill>
                  <a:srgbClr val="333333"/>
                </a:solidFill>
                <a:latin typeface="Calibri"/>
              </a:rPr>
              <a:t>Which connector property controls the number of parallel tasks?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400" b="1" dirty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800" b="1" dirty="0">
                <a:solidFill>
                  <a:srgbClr val="2E7D32"/>
                </a:solidFill>
                <a:latin typeface="Calibri"/>
              </a:rPr>
              <a:t>✓  A. </a:t>
            </a:r>
            <a:r>
              <a:rPr sz="1800" b="1" dirty="0" err="1">
                <a:solidFill>
                  <a:srgbClr val="2E7D32"/>
                </a:solidFill>
                <a:latin typeface="Calibri"/>
              </a:rPr>
              <a:t>tasks.max</a:t>
            </a:r>
            <a:endParaRPr sz="1800" b="1" dirty="0">
              <a:solidFill>
                <a:srgbClr val="2E7D32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800" b="1" dirty="0">
              <a:solidFill>
                <a:srgbClr val="2E7D32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 dirty="0">
                <a:solidFill>
                  <a:srgbClr val="002060"/>
                </a:solidFill>
                <a:latin typeface="Calibri"/>
              </a:rPr>
              <a:t>Note: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For PostgreSQL connector,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tasks.max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is always effectively 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PostgreSQL's logical replication uses a single replication slot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Some other connectors (e.g., MongoDB) can run multiple tasks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•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snapshot.mode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and heartbeat.interval.ms are unrelated to parallelism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4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How do you request an ad hoc incremental snapshot for selected PostgreSQL tables?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snapshot.mode=never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incremental.snapshot.enabled=true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snapshot.lock.timeout.ms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topic.rename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Quiz Question 4: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5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Calibri"/>
              </a:rPr>
              <a:t>How do you request an ad hoc incremental snapshot?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400" b="1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1">
                <a:solidFill>
                  <a:srgbClr val="2E7D32"/>
                </a:solidFill>
                <a:latin typeface="Calibri"/>
              </a:rPr>
              <a:t>✓  B. Send an execute-snapshot signal via the signal table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600" b="1">
              <a:solidFill>
                <a:srgbClr val="2E7D32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>
                <a:solidFill>
                  <a:srgbClr val="002060"/>
                </a:solidFill>
                <a:latin typeface="Calibri"/>
              </a:rPr>
              <a:t>How it works: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Configure signal.data.collection in the connector config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Create a signal table: CREATE TABLE debezium_signal (id VARCHAR, type VARCHAR, data VARCHAR);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 Insert signal: INSERT INTO debezium_signal VALUES ('snap-1', 'execute-snapshot', '{"data-collections": ["public.customers"], "type": "incremental"}');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The connector picks up the signal and snapshots the specified table(s) without stopping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  [2]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5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In </a:t>
            </a:r>
            <a:r>
              <a:rPr lang="en-US" sz="1200" b="0" u="none" strike="noStrike" dirty="0" err="1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Debezium</a:t>
            </a:r>
            <a:r>
              <a:rPr lang="en-US" sz="1200" b="0" u="none" strike="noStrike" dirty="0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, the term “snapshot” refers to: 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Capturing real-time database changes only 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Capturing the current state of the database at a point in time 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Adds a heartbeat record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A specialized Kafka topic for backups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Quiz Question 5: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8880" cy="3021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dirty="0"/>
          </a:p>
          <a:p>
            <a:pPr>
              <a:tabLst>
                <a:tab pos="0" algn="l"/>
              </a:tabLst>
            </a:pPr>
            <a:r>
              <a:rPr lang="en-US" sz="1400" dirty="0">
                <a:solidFill>
                  <a:srgbClr val="333333"/>
                </a:solidFill>
                <a:ea typeface="Calibri"/>
              </a:rPr>
              <a:t>In </a:t>
            </a:r>
            <a:r>
              <a:rPr lang="en-US" sz="1400" dirty="0" err="1">
                <a:solidFill>
                  <a:srgbClr val="333333"/>
                </a:solidFill>
                <a:ea typeface="Calibri"/>
              </a:rPr>
              <a:t>Debezium</a:t>
            </a:r>
            <a:r>
              <a:rPr lang="en-US" sz="1400" dirty="0">
                <a:solidFill>
                  <a:srgbClr val="333333"/>
                </a:solidFill>
                <a:ea typeface="Calibri"/>
              </a:rPr>
              <a:t>, the term “snapshot” refers to: </a:t>
            </a:r>
            <a:endParaRPr lang="en-IN" sz="1400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400" b="1" dirty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1" dirty="0">
                <a:solidFill>
                  <a:srgbClr val="2E7D32"/>
                </a:solidFill>
                <a:latin typeface="Calibri"/>
              </a:rPr>
              <a:t>✓  </a:t>
            </a:r>
            <a:r>
              <a:rPr lang="en-US" sz="1600" b="1" dirty="0">
                <a:solidFill>
                  <a:srgbClr val="2E7D32"/>
                </a:solidFill>
                <a:latin typeface="Calibri"/>
              </a:rPr>
              <a:t>B. Capturing the current state of the database at a point in time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endParaRPr sz="1600" b="1" dirty="0">
              <a:solidFill>
                <a:srgbClr val="2E7D32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 b="1" dirty="0">
                <a:solidFill>
                  <a:srgbClr val="002060"/>
                </a:solidFill>
                <a:latin typeface="Calibri"/>
              </a:rPr>
              <a:t>Details:</a:t>
            </a:r>
          </a:p>
          <a:p>
            <a:pPr marL="171450" indent="-171450">
              <a:spcBef>
                <a:spcPts val="4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rgbClr val="333333"/>
                </a:solidFill>
                <a:latin typeface="Calibri"/>
              </a:rPr>
              <a:t>In </a:t>
            </a:r>
            <a:r>
              <a:rPr lang="en-US" sz="1200" b="0" dirty="0" err="1">
                <a:solidFill>
                  <a:srgbClr val="333333"/>
                </a:solidFill>
                <a:latin typeface="Calibri"/>
              </a:rPr>
              <a:t>Debezium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, a snapshot is the initial capture of existing data from a database before it starts streaming real-time changes (change data capture or CDC).</a:t>
            </a:r>
          </a:p>
          <a:p>
            <a:pPr marL="171450" indent="-171450">
              <a:spcBef>
                <a:spcPts val="4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rgbClr val="333333"/>
                </a:solidFill>
                <a:latin typeface="Calibri"/>
              </a:rPr>
              <a:t>When a </a:t>
            </a:r>
            <a:r>
              <a:rPr lang="en-US" sz="1200" b="0" dirty="0" err="1">
                <a:solidFill>
                  <a:srgbClr val="333333"/>
                </a:solidFill>
                <a:latin typeface="Calibri"/>
              </a:rPr>
              <a:t>Debezium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connector starts, it typically performs a snapshot phase.</a:t>
            </a:r>
          </a:p>
          <a:p>
            <a:pPr marL="171450" indent="-171450">
              <a:spcBef>
                <a:spcPts val="4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rgbClr val="333333"/>
                </a:solidFill>
                <a:latin typeface="Calibri"/>
              </a:rPr>
              <a:t>During this phase, it reads the entire current state of the database tables and sends that data to Kafka topics.</a:t>
            </a:r>
          </a:p>
          <a:p>
            <a:pPr marL="171450" indent="-171450">
              <a:spcBef>
                <a:spcPts val="4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rgbClr val="333333"/>
                </a:solidFill>
                <a:latin typeface="Calibri"/>
              </a:rPr>
              <a:t>After completing the snapshot, </a:t>
            </a:r>
            <a:r>
              <a:rPr lang="en-US" sz="1200" b="0" dirty="0" err="1">
                <a:solidFill>
                  <a:srgbClr val="333333"/>
                </a:solidFill>
                <a:latin typeface="Calibri"/>
              </a:rPr>
              <a:t>Debezium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switches to capturing ongoing changes such as inserts, updates, and deletes.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0563C1"/>
                </a:solidFill>
                <a:latin typeface="Calibri"/>
              </a:rPr>
              <a:t>[1]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Recap &amp; Next Steps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457200" y="1097280"/>
            <a:ext cx="8228880" cy="301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On Day 5: We design production ingestion from CDC, clickstream and batch files, then protect downstream consumers with schemas, validation and DLQ patterns.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5133</Words>
  <Application>Microsoft Office PowerPoint</Application>
  <PresentationFormat>On-screen Show (4:3)</PresentationFormat>
  <Paragraphs>752</Paragraphs>
  <Slides>63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0" baseType="lpstr">
      <vt:lpstr>Arial</vt:lpstr>
      <vt:lpstr>Calibri</vt:lpstr>
      <vt:lpstr>Consolas</vt:lpstr>
      <vt:lpstr>Symbol</vt:lpstr>
      <vt:lpstr>Times New Roman</vt:lpstr>
      <vt:lpstr>Wingdings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/>
  <dc:creator>Walnut Exporter</dc:creator>
  <dc:description/>
  <cp:lastModifiedBy>Quidzohar Morbiwala</cp:lastModifiedBy>
  <cp:revision>2</cp:revision>
  <dcterms:created xsi:type="dcterms:W3CDTF">2026-05-26T08:23:50Z</dcterms:created>
  <dcterms:modified xsi:type="dcterms:W3CDTF">2026-06-03T19:14:19Z</dcterms:modified>
  <dc:language>en-IN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70</vt:i4>
  </property>
  <property fmtid="{D5CDD505-2E9C-101B-9397-08002B2CF9AE}" pid="3" name="PresentationFormat">
    <vt:lpwstr>On-screen Show (4:3)</vt:lpwstr>
  </property>
  <property fmtid="{D5CDD505-2E9C-101B-9397-08002B2CF9AE}" pid="4" name="Slides">
    <vt:i4>70</vt:i4>
  </property>
  <property fmtid="{D5CDD505-2E9C-101B-9397-08002B2CF9AE}" pid="5" name="MSIP_Label_4637e5cc-ed1f-4ad6-a881-35c0f1c6f3d8_Enabled">
    <vt:lpwstr>true</vt:lpwstr>
  </property>
  <property fmtid="{D5CDD505-2E9C-101B-9397-08002B2CF9AE}" pid="6" name="MSIP_Label_4637e5cc-ed1f-4ad6-a881-35c0f1c6f3d8_SetDate">
    <vt:lpwstr>2026-06-03T15:59:30Z</vt:lpwstr>
  </property>
  <property fmtid="{D5CDD505-2E9C-101B-9397-08002B2CF9AE}" pid="7" name="MSIP_Label_4637e5cc-ed1f-4ad6-a881-35c0f1c6f3d8_Method">
    <vt:lpwstr>Standard</vt:lpwstr>
  </property>
  <property fmtid="{D5CDD505-2E9C-101B-9397-08002B2CF9AE}" pid="8" name="MSIP_Label_4637e5cc-ed1f-4ad6-a881-35c0f1c6f3d8_Name">
    <vt:lpwstr>General</vt:lpwstr>
  </property>
  <property fmtid="{D5CDD505-2E9C-101B-9397-08002B2CF9AE}" pid="9" name="MSIP_Label_4637e5cc-ed1f-4ad6-a881-35c0f1c6f3d8_SiteId">
    <vt:lpwstr>e3cf3c98-a978-465f-8254-9d541eeea73c</vt:lpwstr>
  </property>
  <property fmtid="{D5CDD505-2E9C-101B-9397-08002B2CF9AE}" pid="10" name="MSIP_Label_4637e5cc-ed1f-4ad6-a881-35c0f1c6f3d8_ActionId">
    <vt:lpwstr>21dce3bd-5d71-427f-810d-644cfe2d259a</vt:lpwstr>
  </property>
  <property fmtid="{D5CDD505-2E9C-101B-9397-08002B2CF9AE}" pid="11" name="MSIP_Label_4637e5cc-ed1f-4ad6-a881-35c0f1c6f3d8_ContentBits">
    <vt:lpwstr>2</vt:lpwstr>
  </property>
  <property fmtid="{D5CDD505-2E9C-101B-9397-08002B2CF9AE}" pid="12" name="MSIP_Label_4637e5cc-ed1f-4ad6-a881-35c0f1c6f3d8_Tag">
    <vt:lpwstr>10, 3, 0, 1</vt:lpwstr>
  </property>
  <property fmtid="{D5CDD505-2E9C-101B-9397-08002B2CF9AE}" pid="13" name="ClassificationContentMarkingFooterLocations">
    <vt:lpwstr>Office:5</vt:lpwstr>
  </property>
  <property fmtid="{D5CDD505-2E9C-101B-9397-08002B2CF9AE}" pid="14" name="ClassificationContentMarkingFooterText">
    <vt:lpwstr>Sensitivity Label: General</vt:lpwstr>
  </property>
</Properties>
</file>